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fc6c791b3548b0" /><Relationship Type="http://schemas.openxmlformats.org/officeDocument/2006/relationships/extended-properties" Target="/docProps/app.xml" Id="Rccef138e139b4f08" /><Relationship Type="http://schemas.openxmlformats.org/officeDocument/2006/relationships/officeDocument" Target="/ppt/presentation.xml" Id="R35d4be84ad604e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befb0d9587408c"/>
  </p:sldMasterIdLst>
  <p:notesMasterIdLst>
    <p:notesMasterId xmlns:r="http://schemas.openxmlformats.org/officeDocument/2006/relationships" r:id="R7ed1ac80911140e8"/>
  </p:notesMasterIdLst>
  <p:sldIdLst>
    <p:sldId xmlns:r="http://schemas.openxmlformats.org/officeDocument/2006/relationships" id="256" r:id="R13982672a5644603"/>
    <p:sldId xmlns:r="http://schemas.openxmlformats.org/officeDocument/2006/relationships" id="257" r:id="R6175c6438b124fb7"/>
    <p:sldId xmlns:r="http://schemas.openxmlformats.org/officeDocument/2006/relationships" id="258" r:id="R86e18f843a914d57"/>
    <p:sldId xmlns:r="http://schemas.openxmlformats.org/officeDocument/2006/relationships" id="259" r:id="R24c81669af394089"/>
    <p:sldId xmlns:r="http://schemas.openxmlformats.org/officeDocument/2006/relationships" id="260" r:id="Rb01adfe9211f411d"/>
    <p:sldId xmlns:r="http://schemas.openxmlformats.org/officeDocument/2006/relationships" id="261" r:id="R7961d775d2704ae0"/>
    <p:sldId xmlns:r="http://schemas.openxmlformats.org/officeDocument/2006/relationships" id="262" r:id="R0d1d6670bed54e9b"/>
    <p:sldId xmlns:r="http://schemas.openxmlformats.org/officeDocument/2006/relationships" id="263" r:id="Rfb28faf24edd431b"/>
    <p:sldId xmlns:r="http://schemas.openxmlformats.org/officeDocument/2006/relationships" id="264" r:id="R2ec8f72090da4569"/>
    <p:sldId xmlns:r="http://schemas.openxmlformats.org/officeDocument/2006/relationships" id="265" r:id="R366db903c9fa479d"/>
    <p:sldId xmlns:r="http://schemas.openxmlformats.org/officeDocument/2006/relationships" id="266" r:id="R4e6051eaa7254668"/>
    <p:sldId xmlns:r="http://schemas.openxmlformats.org/officeDocument/2006/relationships" id="267" r:id="Re07280f8744548af"/>
    <p:sldId xmlns:r="http://schemas.openxmlformats.org/officeDocument/2006/relationships" id="268" r:id="R6e80910bd1904d6e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76df8657b94959" /><Relationship Type="http://schemas.openxmlformats.org/officeDocument/2006/relationships/slideMaster" Target="/ppt/slideMasters/slideMaster1.xml" Id="Rb1befb0d9587408c" /><Relationship Type="http://schemas.openxmlformats.org/officeDocument/2006/relationships/notesMaster" Target="/ppt/notesMasters/notesMaster1.xml" Id="R7ed1ac80911140e8" /><Relationship Type="http://schemas.openxmlformats.org/officeDocument/2006/relationships/presProps" Target="/ppt/presProps.xml" Id="R045997887d1b407f" /><Relationship Type="http://schemas.openxmlformats.org/officeDocument/2006/relationships/tableStyles" Target="/ppt/tableStyles.xml" Id="R179d4a38f9e24c88" /><Relationship Type="http://schemas.openxmlformats.org/officeDocument/2006/relationships/slide" Target="/ppt/slides/slide1.xml" Id="R13982672a5644603" /><Relationship Type="http://schemas.openxmlformats.org/officeDocument/2006/relationships/slide" Target="/ppt/slides/slide2.xml" Id="R6175c6438b124fb7" /><Relationship Type="http://schemas.openxmlformats.org/officeDocument/2006/relationships/slide" Target="/ppt/slides/slide3.xml" Id="R86e18f843a914d57" /><Relationship Type="http://schemas.openxmlformats.org/officeDocument/2006/relationships/slide" Target="/ppt/slides/slide4.xml" Id="R24c81669af394089" /><Relationship Type="http://schemas.openxmlformats.org/officeDocument/2006/relationships/slide" Target="/ppt/slides/slide5.xml" Id="Rb01adfe9211f411d" /><Relationship Type="http://schemas.openxmlformats.org/officeDocument/2006/relationships/slide" Target="/ppt/slides/slide6.xml" Id="R7961d775d2704ae0" /><Relationship Type="http://schemas.openxmlformats.org/officeDocument/2006/relationships/slide" Target="/ppt/slides/slide7.xml" Id="R0d1d6670bed54e9b" /><Relationship Type="http://schemas.openxmlformats.org/officeDocument/2006/relationships/slide" Target="/ppt/slides/slide8.xml" Id="Rfb28faf24edd431b" /><Relationship Type="http://schemas.openxmlformats.org/officeDocument/2006/relationships/slide" Target="/ppt/slides/slide9.xml" Id="R2ec8f72090da4569" /><Relationship Type="http://schemas.openxmlformats.org/officeDocument/2006/relationships/slide" Target="/ppt/slides/slide10.xml" Id="R366db903c9fa479d" /><Relationship Type="http://schemas.openxmlformats.org/officeDocument/2006/relationships/slide" Target="/ppt/slides/slide11.xml" Id="R4e6051eaa7254668" /><Relationship Type="http://schemas.openxmlformats.org/officeDocument/2006/relationships/slide" Target="/ppt/slides/slide12.xml" Id="Re07280f8744548af" /><Relationship Type="http://schemas.openxmlformats.org/officeDocument/2006/relationships/slide" Target="/ppt/slides/slide13.xml" Id="R6e80910bd1904d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cfa5d8d23343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0580c98f674493" /><Relationship Type="http://schemas.openxmlformats.org/officeDocument/2006/relationships/notesMaster" Target="/ppt/notesMasters/notesMaster1.xml" Id="R2ed4fa99881a44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98eceedf084633" /><Relationship Type="http://schemas.openxmlformats.org/officeDocument/2006/relationships/notesMaster" Target="/ppt/notesMasters/notesMaster1.xml" Id="R46a49e6e05a343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c01a79ed234090" /><Relationship Type="http://schemas.openxmlformats.org/officeDocument/2006/relationships/notesMaster" Target="/ppt/notesMasters/notesMaster1.xml" Id="Rcd7c05e843884c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f629d93c014c85" /><Relationship Type="http://schemas.openxmlformats.org/officeDocument/2006/relationships/notesMaster" Target="/ppt/notesMasters/notesMaster1.xml" Id="Rfe4739c50c6641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8a5d7627d049bd" /><Relationship Type="http://schemas.openxmlformats.org/officeDocument/2006/relationships/notesMaster" Target="/ppt/notesMasters/notesMaster1.xml" Id="R6c8902c006fd4a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2bcd647fe74681" /><Relationship Type="http://schemas.openxmlformats.org/officeDocument/2006/relationships/notesMaster" Target="/ppt/notesMasters/notesMaster1.xml" Id="Rc86332cdcfb24a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128f186e8944e9" /><Relationship Type="http://schemas.openxmlformats.org/officeDocument/2006/relationships/notesMaster" Target="/ppt/notesMasters/notesMaster1.xml" Id="R7d60334da60347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0a4caa2ff349ba" /><Relationship Type="http://schemas.openxmlformats.org/officeDocument/2006/relationships/notesMaster" Target="/ppt/notesMasters/notesMaster1.xml" Id="Rab1b3588cbe24f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c3e74c2ca44f59" /><Relationship Type="http://schemas.openxmlformats.org/officeDocument/2006/relationships/notesMaster" Target="/ppt/notesMasters/notesMaster1.xml" Id="Rbdb16ba5c833414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66f9c0ea54a4cb9" /><Relationship Type="http://schemas.openxmlformats.org/officeDocument/2006/relationships/notesMaster" Target="/ppt/notesMasters/notesMaster1.xml" Id="R4ca90769e2ae4ed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93d4403ac442db" /><Relationship Type="http://schemas.openxmlformats.org/officeDocument/2006/relationships/notesMaster" Target="/ppt/notesMasters/notesMaster1.xml" Id="Rf1e08866367a48a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ff5262a8484cf2" /><Relationship Type="http://schemas.openxmlformats.org/officeDocument/2006/relationships/notesMaster" Target="/ppt/notesMasters/notesMaster1.xml" Id="R727ec9b8e8ce43f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e00f3bb92f440d" /><Relationship Type="http://schemas.openxmlformats.org/officeDocument/2006/relationships/notesMaster" Target="/ppt/notesMasters/notesMaster1.xml" Id="R76c6a15e79f144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구현·실험에 Codex 사용. 제품·기술 판단과 검증 결과 정리는 작성자 수행. 각 결과의 한계는 후속 슬라이드와 공개 문서에 명시.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https://github.com/y00nZZang/crossborder-purchase-agent/blob/main/docs/experiment.md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https://www.tenso.com/jp/estimate ; https://www.worldshopping.global/simulator/ ; https://books.rakuten.co.jp/rb/18584086/ . 당시 관측·사용자 제공 캡처. SAZO 목록 접힘 및 특전·운송/보상 차이 미해소.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2026-09-22 텐소 주소증빙 보완 안내 및 2026-09-29 경로 전환 관측.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https://github.com/y00nZZang/crossborder-purchase-agent/tree/main/plugin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. 완료 캡처는 사용자 제공 실험 산출물. 주문식별자와 개인 주소는 공개하지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https://catalog.janghan.dev/ ; 2026-10-05 실제 운영 캡처의 상단 일부.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https://github.com/y00nZZang/product-catalog/blob/main/docs/public-hsk-rates-2026-10-05.md ; https://github.com/y00nZZang/product-catalog/tree/main/src/ai ; https://unipass.customs.go.kr/clip/hsinfosrch/openULS0401009Q.do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https://github.com/y00nZZang/product-catalog/blob/main/docs/architecture.md ; https://github.com/y00nZZang/product-catalog/tree/main/src/persistence ; https://github.com/y00nZZang/product-catalog/tree/main/src/jobs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https://github.com/y00nZZang/product-catalog/blob/main/docs/verification.md . 공개 독립 checkout에서 2026-10-05 재실행.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https://github.com/y00nZZang/crossborder-purchase-agent/blob/main/docs/route-comparison.md ; https://github.com/y00nZZang/product-catalog/blob/main/docs/verification.md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 ; https://github.com/y00nZZang/product-catalog ; https://catalog.janghan.dev/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2fcd788aaf41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f94d1e9ed34edf" /><Relationship Type="http://schemas.openxmlformats.org/officeDocument/2006/relationships/slideLayout" Target="/ppt/slideLayouts/slideLayout1.xml" Id="R36d506276a9e43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d506276a9e43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ec0c2c75a43ca" /><Relationship Type="http://schemas.openxmlformats.org/officeDocument/2006/relationships/notesSlide" Target="/ppt/notesSlides/notesSlide1.xml" Id="R2bbc3027b9134f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05b45631694fe2" /><Relationship Type="http://schemas.openxmlformats.org/officeDocument/2006/relationships/notesSlide" Target="/ppt/notesSlides/notesSlide2.xml" Id="R54b0ca4beaba4d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e75bf5e294944" /><Relationship Type="http://schemas.openxmlformats.org/officeDocument/2006/relationships/notesSlide" Target="/ppt/notesSlides/notesSlide3.xml" Id="R1314ccba306f42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65662e5a24aa1" /><Relationship Type="http://schemas.openxmlformats.org/officeDocument/2006/relationships/notesSlide" Target="/ppt/notesSlides/notesSlide4.xml" Id="R4ffda9ae3f284b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17f86f4bf43f7" /><Relationship Type="http://schemas.openxmlformats.org/officeDocument/2006/relationships/notesSlide" Target="/ppt/notesSlides/notesSlide5.xml" Id="R2512102cb25547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1cb3f4bc2a4473" /><Relationship Type="http://schemas.openxmlformats.org/officeDocument/2006/relationships/image" Target="/ppt/media/image.jpeg" Id="R42e814a9df114ff6" /><Relationship Type="http://schemas.openxmlformats.org/officeDocument/2006/relationships/notesSlide" Target="/ppt/notesSlides/notesSlide6.xml" Id="R1e97c977d7684a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f3e71612234b02" /><Relationship Type="http://schemas.openxmlformats.org/officeDocument/2006/relationships/notesSlide" Target="/ppt/notesSlides/notesSlide7.xml" Id="R4d352be8e96644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376c457d64574" /><Relationship Type="http://schemas.openxmlformats.org/officeDocument/2006/relationships/image" Target="/ppt/media/image2.jpeg" Id="R9fbc200f67eb4860" /><Relationship Type="http://schemas.openxmlformats.org/officeDocument/2006/relationships/notesSlide" Target="/ppt/notesSlides/notesSlide8.xml" Id="Rb40a7c554b694d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71d4bf35e4d76" /><Relationship Type="http://schemas.openxmlformats.org/officeDocument/2006/relationships/notesSlide" Target="/ppt/notesSlides/notesSlide9.xml" Id="R42f6cd9286844f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50af8dac64a9d" /><Relationship Type="http://schemas.openxmlformats.org/officeDocument/2006/relationships/notesSlide" Target="/ppt/notesSlides/notesSlide10.xml" Id="Ra50082fc71a648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9aeb97c1424aca" /><Relationship Type="http://schemas.openxmlformats.org/officeDocument/2006/relationships/notesSlide" Target="/ppt/notesSlides/notesSlide11.xml" Id="R92b600da887242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d78b12aa84d6c" /><Relationship Type="http://schemas.openxmlformats.org/officeDocument/2006/relationships/notesSlide" Target="/ppt/notesSlides/notesSlide12.xml" Id="Rd4ac663fd98d44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f2ef7b396b47ef" /><Relationship Type="http://schemas.openxmlformats.org/officeDocument/2006/relationships/notesSlide" Target="/ppt/notesSlides/notesSlide13.xml" Id="R88dc31a15af148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1AC8C-F71C-4A37-B972-ECFBFF72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4579C-E86B-44EB-92EB-CF120D97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구매대행 제품 실험 · 2026.10.05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289E8-9384-47BA-BC4A-BE0A7986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144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PRODUCT ENGINEERING PORTFOLIO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DE869A-524E-4EA3-98AC-843BF238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1352550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9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구매대행의 일을 분해하고,</a:t>
            </a:r>
          </a:p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9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직접 구매와 비용 예측을</a:t>
            </a:r>
          </a:p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9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제품으로 실험했습니다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B9E04-F085-4491-8D95-FA921050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381750"/>
            <a:ext cx="1333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구매대행 에이전트  +  URL 기반 배송·관세 추론기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84601-1B5A-4DCD-9E71-8B161223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372350"/>
            <a:ext cx="1314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윤장한  ·  개인 프로젝트  ·  2026년 10월 기준</a:t>
            </a:r>
          </a:p>
        </p:txBody>
      </p:sp>
    </p:spTree>
    <p:extLst>
      <p:ext uri="{BB962C8B-B14F-4D97-AF65-F5344CB8AC3E}">
        <p14:creationId xmlns:p14="http://schemas.microsoft.com/office/powerpoint/2010/main" val="8449358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4EDB9-9DE8-46A4-8D70-94552C04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구매대행은 어떤 일을 대신하는가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DA583-A4BA-4297-8A50-0A9C9E7E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조사·입력의 자동화가 전체 구매 경험의 대체로 이어지는지 확인하고 싶었습니다.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770FB-8CF6-4AF1-B79E-A3A977A0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구매대행 제품 실험 · 2026.10.05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619375"/>
          <a:ext xmlns:a="http://schemas.openxmlformats.org/drawingml/2006/main" cx="1360170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6381750"/>
                <a:gridCol w="4838700"/>
              </a:tblGrid>
              <a:tr h="7334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구매 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사용자가 해결해야 할 문제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실험한 제품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구매 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판본·총비용·배송 조건을 비교하기 어렵다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URL 분석·비용 추정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주문과 신청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사이트별 주소·주문 정보를 다시 입력한다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Codex 구매대행 plugin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인증과 예외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로그인·본인확인·결과 불일치를 처리한다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개입과 재개 절차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입고 이후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실측·검수·국제운송·보상 책임이 남는다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이번 실험의 미검증 범위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53335-BA97-49A4-B740-1FE144F6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38950"/>
            <a:ext cx="1352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질문: 에이전트가 줄일 수 있는 업무와, 물류·책임을 가진 사업자에게 남는 가치는 무엇인가?</a:t>
            </a:r>
          </a:p>
        </p:txBody>
      </p:sp>
    </p:spTree>
    <p:extLst>
      <p:ext uri="{BB962C8B-B14F-4D97-AF65-F5344CB8AC3E}">
        <p14:creationId xmlns:p14="http://schemas.microsoft.com/office/powerpoint/2010/main" val="5765996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25A6B-A8C5-4BB4-B1D5-36DB4805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직접구매가 항상 저렴하지는 않았습니다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278B2-487C-4745-BEAE-F41B76A2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2026-09-21 · 같은 Blu-ray의 경로별 부분 견적. 최종 비용 순위나 자동화 절감 실적은 아닙니다.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528331-1F0F-4669-AA0F-2CB8DC4B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구매대행 제품 실험 · 2026.10.05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667000"/>
          <a:ext xmlns:a="http://schemas.openxmlformats.org/drawingml/2006/main" cx="136017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2762250"/>
                <a:gridCol w="5695950"/>
              </a:tblGrid>
              <a:tr h="7143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비용 합계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비교 조건과 한계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7,228엔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63,878원 환산 · 운송사·세부 조건 미확인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tenso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7,472엔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· 19×14×2cm · EMS 가정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직배송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7,821엔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69,112원 환산 · 특전 차이 가능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WorldShopping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8,189엔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· EMS 가정 · 대행료 포함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156B7-F485-41FC-8E6E-05F1D67A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05600"/>
            <a:ext cx="1333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수수료 한 항목보다 총비용의 구성과 미확정 조건을 함께 보여주는 제품이 필요했습니다.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63004-7D6F-42BD-9704-289DE95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00950"/>
            <a:ext cx="133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환산 가정: 100엔 = 883.7원. 실측·카드 비용·세금 등 누락 가능. 당시 자료이며 현재 가격이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4416622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45633-5F46-40A6-9B35-5E19F726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구매에서 드러난 세 가지 병목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0044E5-7E4F-417D-A742-47BADBDB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화면의 다음 버튼을 누르는 것보다, 준비 상태와 결과를 확인하는 일이 중요했습니다.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90A03-271A-49B6-AAF0-59921EC1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구매대행 제품 실험 · 2026.10.05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4858AF-D71E-4B25-B022-80EA3559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인증이 구매 경로를 바꿨습니다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4C79B5-DB5C-48B1-9C64-8C440541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62300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텐소 주소 증빙 보완 요청 이후 몰테일 경로를 선택했습니다.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최초 계정 준비와 반복 구매 업무는 같은 자동화 지표로 볼 수 없었습니다.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C5CDBC-3D91-41E1-98B9-1E413353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9102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입력 완료와 접수 완료가 달랐습니다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27363F-D73F-4A11-897B-BFF42477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8157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통관부호 인증으로 제출이 차단됐습니다. 사용자 인증 후 같은 초안에서 재개하고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접수 화면과 저장 목록을 대조했습니다.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0F870-FE67-44D0-89BD-B1DC37A3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103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금액과 상태가 시스템 사이에서 달라졌습니다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80B376-B940-485D-9480-C22AF547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00850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확인값과 실제 주문 상세에 3엔 차이가 있었습니다. 실제 접수값을 기준으로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배송신청에 반영했으며 차이의 원인은 미확인으로 남겼습니다.</a:t>
            </a:r>
          </a:p>
        </p:txBody>
      </p:sp>
    </p:spTree>
    <p:extLst>
      <p:ext uri="{BB962C8B-B14F-4D97-AF65-F5344CB8AC3E}">
        <p14:creationId xmlns:p14="http://schemas.microsoft.com/office/powerpoint/2010/main" val="14982463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0D3DD2-F472-47F5-9881-F4653744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구매대행 에이전트: 실행과 확인을 분리했습니다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C76FE9-0A5A-45B5-B683-DFC684D7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skill과 Python helper로, 브라우저 판단·계산·상태 기록의 역할을 나눴습니다.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DBDD2D-FD3E-4646-B102-EC6DCF2B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구매대행 제품 실험 · 2026.10.05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4471E-66B9-4E45-B946-BED57333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032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상품 조사 → 견적 비교 → 라쿠텐 구매 → 몰테일 신청 → 배송 추적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F1150-275C-47D2-AB61-633989F7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9087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Skill은 연결된 브라우저에서 현재 화면을 읽고 작업합니다.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고정 셀렉터 기반의 무인 구매 봇이나 상시 서버는 아닙니다.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5AACF-9D6D-4419-A63A-07903587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485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승인한 조건과 실행 시도를 SQLite에 기록합니다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41C2C-2DE0-4519-A862-E4C3AB71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05400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Python helper가 조건 digest·상태 전이·중복 시도를 검사합니다.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모호한 결과는 재주문보다 기존 주문·신청 목록 확인을 우선합니다.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E1C29-9162-4F31-8E19-7BD36F27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사용자에게 남긴 판단과 개입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60B11B-CD85-4F7C-BF44-67352009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1992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구매는 사용자가 수행했습니다.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외부 거래와 로컬 ledger가 원자적으로 일치하는 구조는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2207641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B6A2C3-222F-4069-B598-66DBD565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주문과 배송대행 접수를 확인했습니다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48F59A-ED06-45CF-93DF-68F644B2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2026-10-05 · 별도 세션의 짧은 요청으로 시험한 단일 사례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6033E-744A-499E-B3F0-160D1F67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구매대행 제품 실험 · 2026.10.05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C28E6F-7C7F-4733-8CA9-823B44A3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95575"/>
            <a:ext cx="728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FJORD 통상판 Blu-ray 1개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D4CC3-8A82-4370-9F85-2EF00F8E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6953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5,666엔 − 쿠폰 50엔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일본 배송비 0엔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합계 5,616엔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CB955-7E10-48CE-8E5D-C6155C5F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91175"/>
            <a:ext cx="700087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사용자: 로그인·최종 구매·통관 인증</a:t>
            </a:r>
          </a:p>
          <a:p xmlns:a="http://schemas.openxmlformats.org/drawingml/2006/main">
            <a:pPr>
              <a:defRPr sz="21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에이전트: 조사·입력·주문 대조·신청 접수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8C0F7A-E94E-4C40-ADE2-A1322A90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19925"/>
            <a:ext cx="1362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국제운임·발송·한국 수령은 미확인입니다.</a:t>
            </a:r>
          </a:p>
          <a:p xmlns:a="http://schemas.openxmlformats.org/drawingml/2006/main">
            <a:pPr>
              <a:def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성공률·시간 절감률은 측정하지 않았습니다.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814a9df114ff6"/>
          <a:stretch xmlns:a="http://schemas.openxmlformats.org/drawingml/2006/main"/>
        </p:blipFill>
        <p:spPr>
          <a:xfrm xmlns:a="http://schemas.openxmlformats.org/drawingml/2006/main">
            <a:off x="8989219" y="2714625"/>
            <a:ext cx="5033963" cy="4000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2790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95E3B-667F-4852-80E9-A72DF635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전 불확실성을 줄이는 URL 분석기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B717D3-8490-4643-BD51-C31D87E8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상품명·가격만으로는 한국 도착 비용을 비교하기 어려워 별도 서비스를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CB9DF-A517-46EB-8301-1CB14C87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구매대행 제품 실험 · 2026.10.05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44E85F-A37B-4315-8D1C-7637D71C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 입력은 상품 URL 하나로 줄였습니다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44B2F2-3BDE-4DAD-8B2A-AAF4542D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4802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수집 → 배송 정보 추정 → 관세 정보 추정의 서버 진행 상태를 표시합니다.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요약을 먼저 보여주고 출처·가정·계산 조건은 상세에서 확인하게 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05004-F7B0-4595-8B52-36C88704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8152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판매처마다 다른 수집 경로를 연결했습니다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B7C954-162A-453D-9878-D8438B957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7207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 이치바·북스 API, 공개 HTML, 필요한 경우 브라우저를 사용합니다.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메루카리의 개별 판매글을 식별하며 다른 판매글을 임의로 병합하지 않습니다.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B73B11-8F95-4B74-97D7-5DE3C401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0557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불확실한 비용을 0으로 숨기지 않았습니다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57C165-D483-4574-A450-4CC582C0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9612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관측값·모델 가정·미확인 항목을 분리하고 부분 견적을 유지합니다.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구매대행 plugin과는 현재 독립 프로젝트이며 자동 거래로 연결하지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3472631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723674-292C-4F0D-B664-D14B26DB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입력부터 비용 요약까지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91BB6-5C17-4436-AE72-7AE577BA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운영 데모의 실제 결과 · 추정치를 확정 견적처럼 표시하지 않습니다.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5A8D2-7913-4BD5-AAEE-A61FE734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구매대행 제품 실험 · 2026.10.05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bc200f67eb4860"/>
          <a:stretch xmlns:a="http://schemas.openxmlformats.org/drawingml/2006/main"/>
        </p:blipFill>
        <p:spPr>
          <a:xfrm xmlns:a="http://schemas.openxmlformats.org/drawingml/2006/main">
            <a:off x="3601254" y="2276475"/>
            <a:ext cx="8037492" cy="5381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5087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29DAE-DB93-4992-896B-E37A0DBA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모델 추론과 계산 규칙의 경계를 정했습니다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EA9CF2-36E4-4BE1-9C46-17B6691D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누락 정보를 보완하되, 그럴듯한 숫자가 확인값으로 바뀌지 않게 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99F90-0721-4818-8DB0-47F01118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구매대행 제품 실험 · 2026.10.05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14625"/>
          <a:ext xmlns:a="http://schemas.openxmlformats.org/drawingml/2006/main" cx="136017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5572125"/>
                <a:gridCol w="5076825"/>
              </a:tblGrid>
              <a:tr h="7429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문제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구현한 대응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결과를 해석하는 경계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사양 부족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이미지·제품명·웹 검색으로 무게·세 변 추정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실측과 모델 가정 구분, 범위·근거 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자연어 상품 분류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규칙과 LLM으로 HS → HSK 후보 선택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품목분류 법적 확정 아님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세율 미등록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HSK 기본세율 조회, 기간·추가세 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FTA·WTO 조건을 임의 적용하지 않음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세액 산술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고정소수점 계산, 주류 별도 프로필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 세목·입력 부족은 보류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9B011-6665-4C9E-B759-936E5E79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91325"/>
            <a:ext cx="135064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카드 사례: HSK 9504400000 · 기본관세 8% + 일반 부가세 10% 가정</a:t>
            </a:r>
          </a:p>
          <a:p xmlns:a="http://schemas.openxmlformats.org/drawingml/2006/main">
            <a:pPr>
              <a:defRPr sz="21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예상 세금 115,776~117,335원 — 실제 납부세액과 대조한 결과는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4464452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BE5354-454F-4480-8CD0-65B91CD7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중복 요청과 워커 실패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6504DD-DE12-4588-96D5-2C2F3FBF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NestJS API · PostgreSQL 큐/캐시 · 독립 수집 워커 · Linux 컨테이너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2970ED-3A60-42A6-A94B-EACDB8AD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구매대행 제품 실험 · 2026.10.05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0290FD-0EC9-40F9-B8D8-8DC867D1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1937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같은 판매글 요청은 공유하고, 만료된 관측만 갱신합니다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AD147-ABC7-4F59-AD4B-4ECB78EA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992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플랫폼·판매글 ID·옵션을 키로 사용합니다. 라쿠텐 6시간·메루카리 1시간 TTL,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AI 요청 캐시와 DB 잠금으로 중복 수집·호출을 줄입니다.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83914-CCEE-4449-B181-8C9452A7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워커가 멈춰도 결과를 중복 저장하지 않도록 검사합니다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7C3500-B78F-47B8-B885-821D88B7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작업 임대와 복구, 오래된 워커 쓰기 방지, 제한된 재시도·요청 간격을 둡니다.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입력 URL과 리디렉션에 내부망 접근 방지를 적용합니다.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41586-0503-4941-9DE1-8CE75700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9605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실행시간과 비용을 결과 데이터에서 분리합니다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E63C47-B994-4144-A494-7731D573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86600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analysis_runs·analysis_steps에 단계·시도·캐시·오류를 기록합니다.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캐시 적중 요청에 과거 분석시간을 이번 처리시간으로 재사용하지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277174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4AF28-1D6B-4585-8684-222BD727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 결과와 남은 과제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62CEBF-F4AB-49DE-A147-C89605CF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테스트 개수는 동작 회귀의 근거이며, 예측 정확도나 운영 SLA가 아닙니다.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B6E98B-91C2-4B85-92DB-34C16B63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구매대행 제품 실험 · 2026.10.05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695575"/>
          <a:ext xmlns:a="http://schemas.openxmlformats.org/drawingml/2006/main" cx="13601700" cy="3705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953000"/>
                <a:gridCol w="5410200"/>
              </a:tblGrid>
              <a:tr h="74104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범위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결과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남은 검증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4104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구매대행 helper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오프라인 테스트 25개 통과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외부 주문 import·USD·치수 없는 견적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104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구매 실험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구매 후 몰테일 접수 1건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발송·실측 운임·수령·반복 표본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4104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분석기 코드·DB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회귀 298개 + 통합 17개 통과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장기 운영·복구 훈련·부하별 비용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4104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배송·관세 추정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라이브 흐름과 공개 세율 연결 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실측 포장·실제 납부세액 오차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E036FA-394E-466F-B937-8B941BD7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19900"/>
            <a:ext cx="1343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표본의 일부는 에이전트 검토 자료입니다. 독립적인 사람 이중 검수 정답셋으로 표현하지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4635154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46C201-226E-4A6B-9148-A4D219B6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제품·시장에 대한 현재 해석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8D7ED-2E64-44F0-9267-9BA74174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한 사례에서 확인한 자동화 가능성을 시장 전체의 대체 효과로 확대하지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BBC6E-2F56-49EF-8AE5-F8BCB8EB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구매대행 제품 실험 · 2026.10.05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0E243-24CB-4FAB-96A4-C28B4BAE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관찰: 정보 이전과 반복 입력은 에이전트가 보조할 수 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7CF24-A949-4A81-BA5A-656416F9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다만 인증·최종 구매·모호한 금액의 대조가 남았습니다.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자동화 수준과 사용자가 결과를 확인하는 부담을 함께 봐야 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389F5-3A4D-4098-B1A6-16AC9605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6247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제품 판단: 비용의 예측 가능성과 근거를 먼저 개선했습니다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EC4EB-CB14-419C-AA2E-FC5EFB6A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5302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URL만 입력하는 분석 흐름을 만들고, 확인한 비용과 남은 조건을 함께 표시했습니다.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계산 보류를 억지 성공으로 바꾸기보다 부족한 이유를 드러냈습니다.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FF2E1-ACB2-4208-AE02-2593E8EE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151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가설: 물류·검수·보상과 예외 대응이 차별점으로 남을 수 있습니다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637C31-F19A-48D9-8683-988C51E6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05650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물량 집약 운임이나 구매대행 사업자의 내부 원가는 확인하지 못했습니다.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소비자 견적 차이만으로 경쟁력의 원인을 단정하지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600371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F5CE7-4A7B-4122-9F08-1A7BDED5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다음 검증과 공개 산출물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702F58-3511-4447-8CFA-A0357CB3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문제 관찰 → 제품 결정 → 구현 → 검증의 근거를 코드와 문서로 연결했습니다.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EF092-58AC-484D-80D5-4F2EEA34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구매대행 제품 실험 · 2026.10.05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65086-E6E0-43E2-8E58-1E2AE830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19375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다음 검증: 같은 조건의 반복 구매와 실제 청구값 대조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5565F-1015-4141-AB50-8E935F35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9925"/>
            <a:ext cx="1333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사람의 개입 횟수·재입력·복구 여부를 기록하고, 포장 실측·배송 청구액·세액과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예측값을 비교해야 합니다. 이 결과가 확보되기 전 절감률을 주장하지 않습니다.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BAF22F-E69B-47A3-B171-42BEBA30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76775"/>
            <a:ext cx="1333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구매대행 에이전트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F7D6A-75FF-4FE7-8162-865C9067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1333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https://github.com/y00nZZang/crossborder-purchase-agent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03BD4-D193-46FC-8D98-7C3BA995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53125"/>
            <a:ext cx="1333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URL 분석·배송·관세 추론기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CA65C-94A9-4199-AAF1-3CE47E8D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34150"/>
            <a:ext cx="1333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https://github.com/y00nZZang/product-catalog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데모  https://catalog.janghan.dev/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2BF132-C18E-4E40-BE8F-A4B8F25A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72375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기획·조사·구현·배포·실험 정리: 윤장한  /  구현 보조: Codex</a:t>
            </a:r>
          </a:p>
        </p:txBody>
      </p:sp>
    </p:spTree>
    <p:extLst>
      <p:ext uri="{BB962C8B-B14F-4D97-AF65-F5344CB8AC3E}">
        <p14:creationId xmlns:p14="http://schemas.microsoft.com/office/powerpoint/2010/main" val="7451385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2026-10-05T13:04:13.8330000Z</dcterms:created>
  <dcterms:modified xsi:type="dcterms:W3CDTF">2026-10-05T13:04:13.8330000Z</dcterms:modified>
</coreProperties>
</file>