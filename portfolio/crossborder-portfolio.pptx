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28e65193574647" /><Relationship Type="http://schemas.openxmlformats.org/officeDocument/2006/relationships/extended-properties" Target="/docProps/app.xml" Id="R11ef485e698048b8" /><Relationship Type="http://schemas.openxmlformats.org/officeDocument/2006/relationships/officeDocument" Target="/ppt/presentation.xml" Id="Rc805e6d2a7cd4b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a77dd39ea54a5a"/>
  </p:sldMasterIdLst>
  <p:notesMasterIdLst>
    <p:notesMasterId xmlns:r="http://schemas.openxmlformats.org/officeDocument/2006/relationships" r:id="R235e855da3b24f0e"/>
  </p:notesMasterIdLst>
  <p:sldIdLst>
    <p:sldId xmlns:r="http://schemas.openxmlformats.org/officeDocument/2006/relationships" id="256" r:id="Rc878dbb7dc804cfe"/>
    <p:sldId xmlns:r="http://schemas.openxmlformats.org/officeDocument/2006/relationships" id="257" r:id="Rb4898965b5904b0f"/>
    <p:sldId xmlns:r="http://schemas.openxmlformats.org/officeDocument/2006/relationships" id="258" r:id="Ref38315cf6aa4648"/>
    <p:sldId xmlns:r="http://schemas.openxmlformats.org/officeDocument/2006/relationships" id="259" r:id="R179ca90f4ee64db2"/>
    <p:sldId xmlns:r="http://schemas.openxmlformats.org/officeDocument/2006/relationships" id="260" r:id="Rf9765ddf2066452a"/>
    <p:sldId xmlns:r="http://schemas.openxmlformats.org/officeDocument/2006/relationships" id="261" r:id="R883ce6b4af624398"/>
    <p:sldId xmlns:r="http://schemas.openxmlformats.org/officeDocument/2006/relationships" id="262" r:id="R053997220491421a"/>
    <p:sldId xmlns:r="http://schemas.openxmlformats.org/officeDocument/2006/relationships" id="263" r:id="R0893137cc9934591"/>
    <p:sldId xmlns:r="http://schemas.openxmlformats.org/officeDocument/2006/relationships" id="264" r:id="R9020e5073e5a44e5"/>
    <p:sldId xmlns:r="http://schemas.openxmlformats.org/officeDocument/2006/relationships" id="265" r:id="R02bfb94498524d7d"/>
    <p:sldId xmlns:r="http://schemas.openxmlformats.org/officeDocument/2006/relationships" id="266" r:id="R7959124963fc49b7"/>
    <p:sldId xmlns:r="http://schemas.openxmlformats.org/officeDocument/2006/relationships" id="267" r:id="R12d0ea5d9b984258"/>
    <p:sldId xmlns:r="http://schemas.openxmlformats.org/officeDocument/2006/relationships" id="268" r:id="R60c118b90c8144f6"/>
    <p:sldId xmlns:r="http://schemas.openxmlformats.org/officeDocument/2006/relationships" id="269" r:id="Rfa5f0ae27f554751"/>
    <p:sldId xmlns:r="http://schemas.openxmlformats.org/officeDocument/2006/relationships" id="270" r:id="R691dd550e88d455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688e88fd8449ef" /><Relationship Type="http://schemas.openxmlformats.org/officeDocument/2006/relationships/slideMaster" Target="/ppt/slideMasters/slideMaster1.xml" Id="Rf6a77dd39ea54a5a" /><Relationship Type="http://schemas.openxmlformats.org/officeDocument/2006/relationships/notesMaster" Target="/ppt/notesMasters/notesMaster1.xml" Id="R235e855da3b24f0e" /><Relationship Type="http://schemas.openxmlformats.org/officeDocument/2006/relationships/presProps" Target="/ppt/presProps.xml" Id="R02626b3a28d14b8e" /><Relationship Type="http://schemas.openxmlformats.org/officeDocument/2006/relationships/tableStyles" Target="/ppt/tableStyles.xml" Id="Rd549fc8cc9d14310" /><Relationship Type="http://schemas.openxmlformats.org/officeDocument/2006/relationships/slide" Target="/ppt/slides/slide1.xml" Id="Rc878dbb7dc804cfe" /><Relationship Type="http://schemas.openxmlformats.org/officeDocument/2006/relationships/slide" Target="/ppt/slides/slide2.xml" Id="Rb4898965b5904b0f" /><Relationship Type="http://schemas.openxmlformats.org/officeDocument/2006/relationships/slide" Target="/ppt/slides/slide3.xml" Id="Ref38315cf6aa4648" /><Relationship Type="http://schemas.openxmlformats.org/officeDocument/2006/relationships/slide" Target="/ppt/slides/slide4.xml" Id="R179ca90f4ee64db2" /><Relationship Type="http://schemas.openxmlformats.org/officeDocument/2006/relationships/slide" Target="/ppt/slides/slide5.xml" Id="Rf9765ddf2066452a" /><Relationship Type="http://schemas.openxmlformats.org/officeDocument/2006/relationships/slide" Target="/ppt/slides/slide6.xml" Id="R883ce6b4af624398" /><Relationship Type="http://schemas.openxmlformats.org/officeDocument/2006/relationships/slide" Target="/ppt/slides/slide7.xml" Id="R053997220491421a" /><Relationship Type="http://schemas.openxmlformats.org/officeDocument/2006/relationships/slide" Target="/ppt/slides/slide8.xml" Id="R0893137cc9934591" /><Relationship Type="http://schemas.openxmlformats.org/officeDocument/2006/relationships/slide" Target="/ppt/slides/slide9.xml" Id="R9020e5073e5a44e5" /><Relationship Type="http://schemas.openxmlformats.org/officeDocument/2006/relationships/slide" Target="/ppt/slides/slide10.xml" Id="R02bfb94498524d7d" /><Relationship Type="http://schemas.openxmlformats.org/officeDocument/2006/relationships/slide" Target="/ppt/slides/slide11.xml" Id="R7959124963fc49b7" /><Relationship Type="http://schemas.openxmlformats.org/officeDocument/2006/relationships/slide" Target="/ppt/slides/slide12.xml" Id="R12d0ea5d9b984258" /><Relationship Type="http://schemas.openxmlformats.org/officeDocument/2006/relationships/slide" Target="/ppt/slides/slide13.xml" Id="R60c118b90c8144f6" /><Relationship Type="http://schemas.openxmlformats.org/officeDocument/2006/relationships/slide" Target="/ppt/slides/slide14.xml" Id="Rfa5f0ae27f554751" /><Relationship Type="http://schemas.openxmlformats.org/officeDocument/2006/relationships/slide" Target="/ppt/slides/slide15.xml" Id="R691dd550e88d45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5a6bf2b17449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a5dd7fa4d94dc5" /><Relationship Type="http://schemas.openxmlformats.org/officeDocument/2006/relationships/notesMaster" Target="/ppt/notesMasters/notesMaster1.xml" Id="Rfcd68191046042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2997491a164a3e" /><Relationship Type="http://schemas.openxmlformats.org/officeDocument/2006/relationships/notesMaster" Target="/ppt/notesMasters/notesMaster1.xml" Id="Rd06d3521f73943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2185dbba19401b" /><Relationship Type="http://schemas.openxmlformats.org/officeDocument/2006/relationships/notesMaster" Target="/ppt/notesMasters/notesMaster1.xml" Id="Rdfaa025034814d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7767a068524de1" /><Relationship Type="http://schemas.openxmlformats.org/officeDocument/2006/relationships/notesMaster" Target="/ppt/notesMasters/notesMaster1.xml" Id="R7249ab68064c49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8289c4eaa64bd5" /><Relationship Type="http://schemas.openxmlformats.org/officeDocument/2006/relationships/notesMaster" Target="/ppt/notesMasters/notesMaster1.xml" Id="Rb78b39eeed9746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02a3e75cf14ce3" /><Relationship Type="http://schemas.openxmlformats.org/officeDocument/2006/relationships/notesMaster" Target="/ppt/notesMasters/notesMaster1.xml" Id="R7abb902f33714c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6f625f87f14914" /><Relationship Type="http://schemas.openxmlformats.org/officeDocument/2006/relationships/notesMaster" Target="/ppt/notesMasters/notesMaster1.xml" Id="Rbcacdc5ed1554c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2f8cea46c424e" /><Relationship Type="http://schemas.openxmlformats.org/officeDocument/2006/relationships/notesMaster" Target="/ppt/notesMasters/notesMaster1.xml" Id="R71daae83792647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911ee222ae49a9" /><Relationship Type="http://schemas.openxmlformats.org/officeDocument/2006/relationships/notesMaster" Target="/ppt/notesMasters/notesMaster1.xml" Id="Rc25badeb112542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24f96dd8eb46d9" /><Relationship Type="http://schemas.openxmlformats.org/officeDocument/2006/relationships/notesMaster" Target="/ppt/notesMasters/notesMaster1.xml" Id="Rfdb68f4a649348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47f4a761f8470a" /><Relationship Type="http://schemas.openxmlformats.org/officeDocument/2006/relationships/notesMaster" Target="/ppt/notesMasters/notesMaster1.xml" Id="R9bd7513e6d9b47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8e9a62b4d9445a8" /><Relationship Type="http://schemas.openxmlformats.org/officeDocument/2006/relationships/notesMaster" Target="/ppt/notesMasters/notesMaster1.xml" Id="R1b99c1f827924f2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80fdbb3464a44a2" /><Relationship Type="http://schemas.openxmlformats.org/officeDocument/2006/relationships/notesMaster" Target="/ppt/notesMasters/notesMaster1.xml" Id="R592b2fe473d749f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f69171559743a5" /><Relationship Type="http://schemas.openxmlformats.org/officeDocument/2006/relationships/notesMaster" Target="/ppt/notesMasters/notesMaster1.xml" Id="Rdcf8b7278e6640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48b681b5c24b21" /><Relationship Type="http://schemas.openxmlformats.org/officeDocument/2006/relationships/notesMaster" Target="/ppt/notesMasters/notesMaster1.xml" Id="Rf26c844186b540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최초 연구 목표와 구현 범위를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https://github.com/y00nZZang/crossborder-purchase-agent/blob/main/docs/route-comparison.md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. 사용자 경험과 기존 조사 기록. 현재의 모든 해외 사용자에게 적용되는 정책으로 일반화하지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SAZO 사용자 제공 캡처, 세부 운송·특전 조건 미확인.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두 도구는 현재 자동 API 연동되지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. 사용자 제공 접수 캡처는 개인정보 없는 부분만 사용, 원본 우측 잘림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https://github.com/y00nZZang/crossborder-purchase-agent/blob/main/plugin/references/tracking.md . 등록 절차 구현과 실제 등록·반복 실행 검증은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https://catalog.janghan.dev/ . 기존 관측 결과 화면, 실측·실제 납부 세액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https://github.com/y00nZZang/product-catalog/blob/main/docs/public-hsk-rates-2026-10-05.md ; https://github.com/y00nZZang/product-catalog/tree/main/src/ai ; https://unipass.customs.go.kr/clip/hsinfosrch/openULS0401009Q.do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d1f5f5be8047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bb7531db3e48df" /><Relationship Type="http://schemas.openxmlformats.org/officeDocument/2006/relationships/slideLayout" Target="/ppt/slideLayouts/slideLayout1.xml" Id="R29e9ea77925545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e9ea77925545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5319011364f8a" /><Relationship Type="http://schemas.openxmlformats.org/officeDocument/2006/relationships/notesSlide" Target="/ppt/notesSlides/notesSlide1.xml" Id="Ra4a508c7885c4c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3c929788744a2" /><Relationship Type="http://schemas.openxmlformats.org/officeDocument/2006/relationships/notesSlide" Target="/ppt/notesSlides/notesSlide2.xml" Id="Ra2e50d77d7d44f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4a16ccd84474e" /><Relationship Type="http://schemas.openxmlformats.org/officeDocument/2006/relationships/notesSlide" Target="/ppt/notesSlides/notesSlide3.xml" Id="R3b55c1ae11134c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ef476ae264865" /><Relationship Type="http://schemas.openxmlformats.org/officeDocument/2006/relationships/notesSlide" Target="/ppt/notesSlides/notesSlide4.xml" Id="R05582f7a9b2849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2f913f0004ce7" /><Relationship Type="http://schemas.openxmlformats.org/officeDocument/2006/relationships/notesSlide" Target="/ppt/notesSlides/notesSlide5.xml" Id="R902f26090c9948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075c0a554474f" /><Relationship Type="http://schemas.openxmlformats.org/officeDocument/2006/relationships/notesSlide" Target="/ppt/notesSlides/notesSlide6.xml" Id="R3475744879ca40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1ee1010cd4aac" /><Relationship Type="http://schemas.openxmlformats.org/officeDocument/2006/relationships/notesSlide" Target="/ppt/notesSlides/notesSlide7.xml" Id="R33643d8bf51c40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b8e73239b4ecd" /><Relationship Type="http://schemas.openxmlformats.org/officeDocument/2006/relationships/notesSlide" Target="/ppt/notesSlides/notesSlide8.xml" Id="R64cab09534b14e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ff27aee6b4524" /><Relationship Type="http://schemas.openxmlformats.org/officeDocument/2006/relationships/image" Target="/ppt/media/image.jpeg" Id="R04b17245d6bc4fee" /><Relationship Type="http://schemas.openxmlformats.org/officeDocument/2006/relationships/notesSlide" Target="/ppt/notesSlides/notesSlide9.xml" Id="Re11c0396537c45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ebf62776444f3" /><Relationship Type="http://schemas.openxmlformats.org/officeDocument/2006/relationships/notesSlide" Target="/ppt/notesSlides/notesSlide10.xml" Id="R6deb36f79d8f4dd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3b4ad969d4b15" /><Relationship Type="http://schemas.openxmlformats.org/officeDocument/2006/relationships/image" Target="/ppt/media/image2.jpeg" Id="Rccc9a69d07154604" /><Relationship Type="http://schemas.openxmlformats.org/officeDocument/2006/relationships/notesSlide" Target="/ppt/notesSlides/notesSlide11.xml" Id="R02332b783cb34d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7cf0869f947af" /><Relationship Type="http://schemas.openxmlformats.org/officeDocument/2006/relationships/notesSlide" Target="/ppt/notesSlides/notesSlide12.xml" Id="R1b61bcb6c30c41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22d99fcde4bad" /><Relationship Type="http://schemas.openxmlformats.org/officeDocument/2006/relationships/notesSlide" Target="/ppt/notesSlides/notesSlide13.xml" Id="Rf0475ce1504241d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4759a2dff4060" /><Relationship Type="http://schemas.openxmlformats.org/officeDocument/2006/relationships/notesSlide" Target="/ppt/notesSlides/notesSlide14.xml" Id="Rd92474923a2a4ed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35a9049f5402c" /><Relationship Type="http://schemas.openxmlformats.org/officeDocument/2006/relationships/notesSlide" Target="/ppt/notesSlides/notesSlide15.xml" Id="R3885dfad4e3943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19701-A87A-40DA-9A80-69F7C4D5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0A623-76DE-4DD2-A087-9F1766C9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구매대행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15C5E-0149-47DC-948A-C107710B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AD7BE-1774-4CFA-98B2-5E52F023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구매대행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48A62-1ACF-4365-AEE7-0B929DC2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565007-935E-447D-BD1B-0564D739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1881182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C53A8-9603-42B7-87FE-A6B588D7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5C29D-439C-4F92-9446-520BD1FF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과정과 비용 정보를 직접 확인하고, 에이전트가 보조할 수 있는 범위를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F9B71-E754-4B22-A1BA-B4D1B503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E3736-5D15-4BD1-B109-62BF12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D4845-44F7-405E-830A-9D3BFA85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16AF7-E614-4898-B19A-36F50EB2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349B4-1086-497F-8479-304465A7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URL에 있는 정보로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배송과 관세 비용을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어느 범위까지 추정할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5354B-F5CE-4D7F-B19A-623BC0A0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1352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구매대행의 역할 변화는 탐색 질문으로 두고, 선택한 상품과 경로에서 먼저 시험했습니다.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5870787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90DB2-A99D-409A-920A-15011805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조사와 구매 과정에서 확인한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4D8CE-7964-4CB2-8854-06386A78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경로별 견적 비교와 실제 구매를 구분해 기록했습니다.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D6392-FBBE-417E-9094-2D09CFC9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구매대행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146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5791200"/>
                <a:gridCol w="51435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도구에 반영한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 비교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상품값 외에 운임·취급료·조건 확인 필요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항목과 미확인 조건 표시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이용 준비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계정·주소 증빙·추가 인증 필요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확인 후 재개하는 절차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주소·주문 정보 입력과 결과 대조 필요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주문 확인, 신청 상태 기록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추정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사양·상품 분류가 부족한 경우 존재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검색·모델 보완과 추정 근거 표시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E89861-30DB-4B01-A636-AFDD5097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00875"/>
            <a:ext cx="1333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입고 이후의 실측·국제운송·수령은 아직 확인하지 못했습니다.</a:t>
            </a:r>
          </a:p>
        </p:txBody>
      </p:sp>
    </p:spTree>
    <p:extLst>
      <p:ext uri="{BB962C8B-B14F-4D97-AF65-F5344CB8AC3E}">
        <p14:creationId xmlns:p14="http://schemas.microsoft.com/office/powerpoint/2010/main" val="19051777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7121B-E41E-4EC7-83AF-8D7E9F4F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가입과 이용 준비에서 겪은 어려움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E9868-5A16-43A2-B42A-24430DBF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한국 거주 개인으로 직접 구매를 준비하며 확인한 내용입니다.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C7A9F-9178-4203-A54C-2426C43B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231B8-4DB6-454B-930E-A75FD509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메루카리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CC5B4-8D8B-4DD6-B65B-A1A30034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48075"/>
            <a:ext cx="628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거주자로 가입·구매를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진행하는 데 어려움이 있었습니다.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D08AD-11B6-4487-94C2-EC052827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53050"/>
            <a:ext cx="6286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시험에서는 제외하고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라쿠텐을 중심으로 진행했습니다.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413CB-0D05-48FC-AE86-3F21E293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2415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tenso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C5529-814B-492C-9E25-98B0CF88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48075"/>
            <a:ext cx="628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본인확인 중 주소 증빙 서류의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보완·재제출이 필요했습니다.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CD63D-B263-471D-80FF-27843BF6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353050"/>
            <a:ext cx="63341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서류 조건을 맞추는 과정이 까다롭게 느껴져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실구매 시험은 몰테일 경로로 이어갔습니다.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09F885-BC31-42F8-8E8F-000C9FA5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48525"/>
            <a:ext cx="13525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준비에는 가격 비교 외에도 계정·거주지·인증 조건을 확인하는 과정이 있었습니다.</a:t>
            </a:r>
          </a:p>
        </p:txBody>
      </p:sp>
    </p:spTree>
    <p:extLst>
      <p:ext uri="{BB962C8B-B14F-4D97-AF65-F5344CB8AC3E}">
        <p14:creationId xmlns:p14="http://schemas.microsoft.com/office/powerpoint/2010/main" val="607654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34056-121B-4384-BEB2-8C03915A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부분 견적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998CA-9306-4F95-AF53-3E3D68F2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FJORD 통상판 Blu-ray 1개를 기준으로 조사했습니다.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05259-BCF3-4DA0-A409-082D9376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구매대행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86050"/>
          <a:ext xmlns:a="http://schemas.openxmlformats.org/drawingml/2006/main" cx="136017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2762250"/>
                <a:gridCol w="5791200"/>
              </a:tblGrid>
              <a:tr h="7239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675DB-293B-454E-B5C9-21196F17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43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 시 비용 합계뿐 아니라 포장·운송·특전 조건도 함께 확인해야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81DDD-0A94-4E18-AF1A-83237BDA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533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100엔=883.7원으로 환산. 당시 부분 견적이며 실측·카드 비용·세금 등은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14643901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A03C0-7DB2-49BC-9814-CA7D13AF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1E63BC-0DAE-4922-BDB2-EE8F5765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3DB68-F108-46E0-A2ED-5769F6D1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BE5EB7-A4C5-4209-8991-44023675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ECB6F-6148-4619-8A26-989D63FF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56326-7442-4FD4-9619-4A3DF28E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C2A5C-4544-4C35-AF54-4E134AB5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453CB-3E69-4055-8381-179AC9A9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95CC9-BBD8-4805-AF1A-048EC407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B8C9C-1BCB-4AD0-B8C5-7FE2C007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176018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69162-2D8A-4A71-A444-7F997D9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A3520-6EDB-4A5D-BEC4-310B6C3F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3AF10-82F8-4613-8DB6-79C23061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BD03B-92AD-4B8F-BCF5-DC09A594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9C920-B2AE-4DA3-B0B0-6BA8A836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F5743-329F-48B5-BC55-0BC342F1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주문 대조와 몰테일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확인·인증 후 작업 재개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FC0C2-4FC3-45C5-A442-350577B9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66F67-7967-4CBD-BA5C-55B4BA27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B5E4B-01FC-48BA-9146-0CF4E6A2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0915D-2E95-4020-8687-07AB3A07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58025"/>
            <a:ext cx="1352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두 도구는 독립적으로 동작합니다. 자동 주문까지 연결한 통합 서비스는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7721188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DC25A-5D74-418F-80AC-C67AF689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084A4-D609-4A61-8082-BC5023FC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F436F-8035-42BB-88D0-1D590D90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87F59-562F-4867-B70B-1C29C00E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323C7-63B5-4A95-AC59-0675BABF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52290-CC51-4E3C-BC38-6977420E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EA7565-A0A4-40A5-887F-77E78911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몰테일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2AF85-E7D5-4ED7-8378-9F8280BE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0D5CD-CCDD-4343-BD94-95DE7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280BA-16B6-44D6-ADCB-AA326974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25C98-E5A4-454C-9127-B244BF87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E190F7-358E-4E64-A311-63F5A657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402CDA-F7C4-4C22-8AB6-1D812B39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132B9-E38E-41E0-B5E7-676D9CE8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09197A-5159-4ABD-BB9F-04C5DCDD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배송 추적은 절차와 helper를 구현했으며, 실제 발송·수령 검증은 남아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2532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DC019-1FE7-4A20-BA76-6C0979F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8116F-E496-43FE-9EE3-56808F0D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· 별도 세션에서 라쿠텐 북스 구매와 몰테일 신청을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E1014-994F-4E46-ACF1-57CD5583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26C90-6020-41E4-B3D5-1BD35325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690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확인한 결과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6965D-A6D5-49AD-ADA1-D6AC1D53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700087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Blu-ray 1개 주문 결과 대조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몰테일 접수 화면과 저장 목록 확인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합계 5,616엔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042D60-028D-41BC-BC42-51618D12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72125"/>
            <a:ext cx="7000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과정에서 확인한 보완점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AA4FCE-B064-4398-80D7-DE0CB258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67450"/>
            <a:ext cx="7000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치수 없는 견적·USD 환산 처리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직접 주문의 상태 가져오기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17245d6bc4fee"/>
          <a:stretch xmlns:a="http://schemas.openxmlformats.org/drawingml/2006/main"/>
        </p:blipFill>
        <p:spPr>
          <a:xfrm xmlns:a="http://schemas.openxmlformats.org/drawingml/2006/main">
            <a:off x="8959255" y="2724150"/>
            <a:ext cx="5093891" cy="40481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8C857E-7EC8-43C0-97CB-2AD3679B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72375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최종 구매·인증은 사용자 수행. 1건의 시험이며 국제운임·수령·시간 절감은 미검증입니다.</a:t>
            </a:r>
          </a:p>
        </p:txBody>
      </p:sp>
    </p:spTree>
    <p:extLst>
      <p:ext uri="{BB962C8B-B14F-4D97-AF65-F5344CB8AC3E}">
        <p14:creationId xmlns:p14="http://schemas.microsoft.com/office/powerpoint/2010/main" val="19121356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28D55A-47D2-4209-B56D-CAB2CA6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추적 메일 확인과 예약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A76A5-9037-473E-9DB7-72AD8BF2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사용자가 반복 추적을 요청하면 Codex의 예약 작업 도구에 연결하도록 구성했습니다.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605EE-E15A-4C90-B578-4DFF0CE8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CCF8F-0E39-4FE8-A996-633B0091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메일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D80C0-2B46-43B2-9B97-FD5309B3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955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반복 작업 등록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242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FD1E1-EB80-4CA1-9322-F7FEB70D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955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변경 사항 알림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242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5F305-E179-4329-9820-B0BA321F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86225"/>
            <a:ext cx="4191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Gmail·판매처·배대지 상태 대조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해당 주문과 사건 시각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9D088-24E0-41F7-BEC4-C624B7CF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86225"/>
            <a:ext cx="4095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단회 조회 성공 후 예약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지정 시간·시간대 적용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3A153-841F-4F7D-A567-D71C70D3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86225"/>
            <a:ext cx="3886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운송장·입고·출고 등 변경 확인</a:t>
            </a:r>
          </a:p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조회 실패·사용자 조치도 알림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7AA439-9149-480F-834C-DFC95B78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1352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등록된 작업 ID를 실행 기록에 저장해 중복 등록을 막고,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변화가 없으면 알리지 않으며 배송완료·취소 시 예약을 종료하도록 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9249C-293D-4E41-8D22-FC1AA8D7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예약 등록 절차는 구현했습니다. 이번 구매 시험에서의 실제 등록·지속 실행은 검증하지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20090572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9FD26-E16E-42B4-8A15-AF7C24A7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D1AEBF-9D0E-4259-89DC-2CFA55A2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  ·  상품 링크를 입력해 배송·세금 정보를 확인합니다.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00C6D3-571E-4542-B97E-D0F373F0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구매대행 조사와 도구 구현 · 2026.10.06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9a69d07154604"/>
          <a:stretch xmlns:a="http://schemas.openxmlformats.org/drawingml/2006/main"/>
        </p:blipFill>
        <p:spPr>
          <a:xfrm xmlns:a="http://schemas.openxmlformats.org/drawingml/2006/main">
            <a:off x="3508787" y="2276475"/>
            <a:ext cx="8222425" cy="5505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5561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79BA2-0458-46BC-9C4C-234ABABD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750D-C0B6-4B51-A6DA-026D18BE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D23D4-3466-4FDC-B847-BF5EAAB4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E6C4F-206A-4CB9-ACF4-E2BA0C5E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3D37F-6512-4CDC-964E-73CAD18F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5AB62-E257-4961-8D70-6951442D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B0221-3D3A-4F39-9629-2A062D5C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EA7306-E9AD-49F1-BFD0-F1AA11DA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C479A-AA58-4A8B-BE5F-DB5B8FEF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F095D9-9F6E-4961-A16C-787ADC42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759CB-B32D-46D0-B3ED-1704532A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3419194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108F9-F470-44A0-8E81-435D3F0E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추론과 계산의 처리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D3642-996A-4D65-ABA6-D824F5C6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판매처 정보만으로 부족한 항목을 보완하되, 확인값과 추정값을 구분합니다.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30E1E3-320C-4C7B-AE06-FE5DE91A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구매대행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752725"/>
          <a:ext xmlns:a="http://schemas.openxmlformats.org/drawingml/2006/main" cx="136017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5715000"/>
                <a:gridCol w="4838700"/>
              </a:tblGrid>
              <a:tr h="77628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 방식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결과에 남기는 정보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무게·치수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이미지·검색·LLM으로 범위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출처·모델 가정·확인 필요 항목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규칙·LLM으로 HS → HSK 후보 선택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후보 코드·선택 근거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기본세율 조회 후 규칙으로 계산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세율 출처·기간·미적용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45D51-543A-4719-9A25-C5E016B9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카드 시험: HSK 9504400000 · 기본관세 8% + 일반 부가세 10% 가정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예상 세금 115,776~117,335원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0BD913-CE43-4A5C-8FCA-43FBD4E1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62850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FTA·WTO 조건을 임의 적용하지 않습니다. 포장 실측·실제 납부세액과의 대조는 남아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7465549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68E21-BD03-4A76-87F7-E65062D2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구현 확인과 추가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991E8-E284-4C04-B52E-802A68FA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공개본에서 실행한 테스트와 실제 시험의 범위를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793A3-E57D-424B-88A4-97E47C23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구매대행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5715000"/>
                <a:gridCol w="4743450"/>
              </a:tblGrid>
              <a:tr h="821531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대상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남은 검증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Codex 플러그인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helper 25개 테스트 · 신청 접수 1건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외부 주문 가져오기·배송 추적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URL 분석기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회귀 298개 · DB 통합 17개 테스트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프로세스 중단·장기 운영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배송·관세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URL과 공개 세율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실측·청구액·실제 세액 오차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131E0-D0B9-4AA8-89B0-A7DE073D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13525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분석기에는 동시 요청 공유·TTL 캐시·작업 임대·실행시간 기록을 구현했습니다.</a:t>
            </a:r>
          </a:p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테스트 통과 수는 예측 정확도나 사용자 작업시간 개선을 의미하지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696097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547B1-C10B-4C6E-8EDE-29715794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현재까지 확인한 내용과 다음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5806B-F40D-4267-8B83-2E36CD20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업무 보조와 비용 정보 추정의 실행 가능성을 각각 확인했습니다.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AD822-E03E-4D63-9193-A5F2890E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5BDA2B-35F4-4356-836E-F2F370BA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확인한 내용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7F7CB-E510-4510-BD44-0A4776CD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6334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인증·최종 구매를 포함해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대조와 배송신청을 진행했습니다.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URL의 상품 정보에 추정을 더해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배송·세금 시나리오를 반환했습니다.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3A12F-3304-466E-8192-F06FEFB6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9080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다음에 확인할 내용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39CBB-3F95-464C-BC08-3334F841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29000"/>
            <a:ext cx="6334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반복 구매에서 개입·재입력·확인 부담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실측 포장·실제 청구값과의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결과를 바탕으로 도구의 유용성과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구매대행에 남는 역할을 검토합니다.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925922-E70F-4954-ACF5-28CF5E0E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62725"/>
            <a:ext cx="13477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코드  github.com/y00nZZang/crossborder-purchase-agent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B46FB-C49D-4A5D-8A93-47F216CA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96125"/>
            <a:ext cx="13525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코드  github.com/y00nZZang/product-catalog     데모  catalog.janghan.dev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D00AAC-60A8-4164-9EF6-977A6742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48575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기획·조사·구현·검증 정리: 윤장한  /  구현 보조: Codex</a:t>
            </a:r>
          </a:p>
        </p:txBody>
      </p:sp>
    </p:spTree>
    <p:extLst>
      <p:ext uri="{BB962C8B-B14F-4D97-AF65-F5344CB8AC3E}">
        <p14:creationId xmlns:p14="http://schemas.microsoft.com/office/powerpoint/2010/main" val="9452755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2026-10-06T05:52:02.3620000Z</dcterms:created>
  <dcterms:modified xsi:type="dcterms:W3CDTF">2026-10-06T05:52:02.3620000Z</dcterms:modified>
</coreProperties>
</file>