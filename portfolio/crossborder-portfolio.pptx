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11f7b7e9704efd" /><Relationship Type="http://schemas.openxmlformats.org/officeDocument/2006/relationships/extended-properties" Target="/docProps/app.xml" Id="R8cb67412d3d545a8" /><Relationship Type="http://schemas.openxmlformats.org/officeDocument/2006/relationships/officeDocument" Target="/ppt/presentation.xml" Id="R19b7996c82b14b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170057f71b4b63"/>
  </p:sldMasterIdLst>
  <p:notesMasterIdLst>
    <p:notesMasterId xmlns:r="http://schemas.openxmlformats.org/officeDocument/2006/relationships" r:id="Rfb2b528ceff84fba"/>
  </p:notesMasterIdLst>
  <p:sldIdLst>
    <p:sldId xmlns:r="http://schemas.openxmlformats.org/officeDocument/2006/relationships" id="256" r:id="Rb078ae17c36c47c2"/>
    <p:sldId xmlns:r="http://schemas.openxmlformats.org/officeDocument/2006/relationships" id="257" r:id="R4efa3a5b21894e11"/>
    <p:sldId xmlns:r="http://schemas.openxmlformats.org/officeDocument/2006/relationships" id="258" r:id="R4d4a45447acc4418"/>
    <p:sldId xmlns:r="http://schemas.openxmlformats.org/officeDocument/2006/relationships" id="259" r:id="R1e8331fce1d14121"/>
    <p:sldId xmlns:r="http://schemas.openxmlformats.org/officeDocument/2006/relationships" id="260" r:id="Rdcce53d1ec184046"/>
    <p:sldId xmlns:r="http://schemas.openxmlformats.org/officeDocument/2006/relationships" id="261" r:id="R1c3ba589ed7749f1"/>
    <p:sldId xmlns:r="http://schemas.openxmlformats.org/officeDocument/2006/relationships" id="262" r:id="Ra864fac0329344fd"/>
    <p:sldId xmlns:r="http://schemas.openxmlformats.org/officeDocument/2006/relationships" id="263" r:id="R9b5066aa80c74c98"/>
    <p:sldId xmlns:r="http://schemas.openxmlformats.org/officeDocument/2006/relationships" id="264" r:id="R799bc67a15614b69"/>
    <p:sldId xmlns:r="http://schemas.openxmlformats.org/officeDocument/2006/relationships" id="265" r:id="Rcc7bce014304441b"/>
    <p:sldId xmlns:r="http://schemas.openxmlformats.org/officeDocument/2006/relationships" id="266" r:id="R058cc943fa3c46fa"/>
    <p:sldId xmlns:r="http://schemas.openxmlformats.org/officeDocument/2006/relationships" id="267" r:id="R2e33d6c9e9aa4a0b"/>
    <p:sldId xmlns:r="http://schemas.openxmlformats.org/officeDocument/2006/relationships" id="268" r:id="R4a57b205a4db4908"/>
    <p:sldId xmlns:r="http://schemas.openxmlformats.org/officeDocument/2006/relationships" id="269" r:id="R443ec0e932fb427d"/>
    <p:sldId xmlns:r="http://schemas.openxmlformats.org/officeDocument/2006/relationships" id="270" r:id="R8177942159d643da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ee82c3a7dc4deb" /><Relationship Type="http://schemas.openxmlformats.org/officeDocument/2006/relationships/slideMaster" Target="/ppt/slideMasters/slideMaster1.xml" Id="R88170057f71b4b63" /><Relationship Type="http://schemas.openxmlformats.org/officeDocument/2006/relationships/notesMaster" Target="/ppt/notesMasters/notesMaster1.xml" Id="Rfb2b528ceff84fba" /><Relationship Type="http://schemas.openxmlformats.org/officeDocument/2006/relationships/presProps" Target="/ppt/presProps.xml" Id="Rf9aac9a9f88c4824" /><Relationship Type="http://schemas.openxmlformats.org/officeDocument/2006/relationships/tableStyles" Target="/ppt/tableStyles.xml" Id="Rec1af2b2b45d4e9f" /><Relationship Type="http://schemas.openxmlformats.org/officeDocument/2006/relationships/slide" Target="/ppt/slides/slide1.xml" Id="Rb078ae17c36c47c2" /><Relationship Type="http://schemas.openxmlformats.org/officeDocument/2006/relationships/slide" Target="/ppt/slides/slide2.xml" Id="R4efa3a5b21894e11" /><Relationship Type="http://schemas.openxmlformats.org/officeDocument/2006/relationships/slide" Target="/ppt/slides/slide3.xml" Id="R4d4a45447acc4418" /><Relationship Type="http://schemas.openxmlformats.org/officeDocument/2006/relationships/slide" Target="/ppt/slides/slide4.xml" Id="R1e8331fce1d14121" /><Relationship Type="http://schemas.openxmlformats.org/officeDocument/2006/relationships/slide" Target="/ppt/slides/slide5.xml" Id="Rdcce53d1ec184046" /><Relationship Type="http://schemas.openxmlformats.org/officeDocument/2006/relationships/slide" Target="/ppt/slides/slide6.xml" Id="R1c3ba589ed7749f1" /><Relationship Type="http://schemas.openxmlformats.org/officeDocument/2006/relationships/slide" Target="/ppt/slides/slide7.xml" Id="Ra864fac0329344fd" /><Relationship Type="http://schemas.openxmlformats.org/officeDocument/2006/relationships/slide" Target="/ppt/slides/slide8.xml" Id="R9b5066aa80c74c98" /><Relationship Type="http://schemas.openxmlformats.org/officeDocument/2006/relationships/slide" Target="/ppt/slides/slide9.xml" Id="R799bc67a15614b69" /><Relationship Type="http://schemas.openxmlformats.org/officeDocument/2006/relationships/slide" Target="/ppt/slides/slide10.xml" Id="Rcc7bce014304441b" /><Relationship Type="http://schemas.openxmlformats.org/officeDocument/2006/relationships/slide" Target="/ppt/slides/slide11.xml" Id="R058cc943fa3c46fa" /><Relationship Type="http://schemas.openxmlformats.org/officeDocument/2006/relationships/slide" Target="/ppt/slides/slide12.xml" Id="R2e33d6c9e9aa4a0b" /><Relationship Type="http://schemas.openxmlformats.org/officeDocument/2006/relationships/slide" Target="/ppt/slides/slide13.xml" Id="R4a57b205a4db4908" /><Relationship Type="http://schemas.openxmlformats.org/officeDocument/2006/relationships/slide" Target="/ppt/slides/slide14.xml" Id="R443ec0e932fb427d" /><Relationship Type="http://schemas.openxmlformats.org/officeDocument/2006/relationships/slide" Target="/ppt/slides/slide15.xml" Id="R8177942159d643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567b1daf624dd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183636a1104090" /><Relationship Type="http://schemas.openxmlformats.org/officeDocument/2006/relationships/notesMaster" Target="/ppt/notesMasters/notesMaster1.xml" Id="Rf2373bb4a09a4b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16925da39d4e35" /><Relationship Type="http://schemas.openxmlformats.org/officeDocument/2006/relationships/notesMaster" Target="/ppt/notesMasters/notesMaster1.xml" Id="R0136135b3a1a40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fada537a1b4383" /><Relationship Type="http://schemas.openxmlformats.org/officeDocument/2006/relationships/notesMaster" Target="/ppt/notesMasters/notesMaster1.xml" Id="R01ee934514a64d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8a9b1615154583" /><Relationship Type="http://schemas.openxmlformats.org/officeDocument/2006/relationships/notesMaster" Target="/ppt/notesMasters/notesMaster1.xml" Id="R31003e11eff34c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5d8e2ad90147dd" /><Relationship Type="http://schemas.openxmlformats.org/officeDocument/2006/relationships/notesMaster" Target="/ppt/notesMasters/notesMaster1.xml" Id="R6ae2d22aeba242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352566cd8d452e" /><Relationship Type="http://schemas.openxmlformats.org/officeDocument/2006/relationships/notesMaster" Target="/ppt/notesMasters/notesMaster1.xml" Id="R31f9566f658846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ea875169dd249e2" /><Relationship Type="http://schemas.openxmlformats.org/officeDocument/2006/relationships/notesMaster" Target="/ppt/notesMasters/notesMaster1.xml" Id="R43a864fe4e0a43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6689ce09074eea" /><Relationship Type="http://schemas.openxmlformats.org/officeDocument/2006/relationships/notesMaster" Target="/ppt/notesMasters/notesMaster1.xml" Id="R5a2b14d2f22343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c433627daf54104" /><Relationship Type="http://schemas.openxmlformats.org/officeDocument/2006/relationships/notesMaster" Target="/ppt/notesMasters/notesMaster1.xml" Id="R0855f1c8e185466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e756a15e314f30" /><Relationship Type="http://schemas.openxmlformats.org/officeDocument/2006/relationships/notesMaster" Target="/ppt/notesMasters/notesMaster1.xml" Id="R7ebc8a17e4a840a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45e2ee9aa444a0" /><Relationship Type="http://schemas.openxmlformats.org/officeDocument/2006/relationships/notesMaster" Target="/ppt/notesMasters/notesMaster1.xml" Id="R3216048438214f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f7614fa85e94c1e" /><Relationship Type="http://schemas.openxmlformats.org/officeDocument/2006/relationships/notesMaster" Target="/ppt/notesMasters/notesMaster1.xml" Id="R0a82d05879fe41c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6519d37ca9424f" /><Relationship Type="http://schemas.openxmlformats.org/officeDocument/2006/relationships/notesMaster" Target="/ppt/notesMasters/notesMaster1.xml" Id="Rb610d4169fb343f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5ab2ba297504ce9" /><Relationship Type="http://schemas.openxmlformats.org/officeDocument/2006/relationships/notesMaster" Target="/ppt/notesMasters/notesMaster1.xml" Id="R03aac281ede64fc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00be68341f4d8c" /><Relationship Type="http://schemas.openxmlformats.org/officeDocument/2006/relationships/notesMaster" Target="/ppt/notesMasters/notesMaster1.xml" Id="R51937db8d9714c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기획·조사·검증과 도구 구현에 Codex 사용. 관측과 테스트 결과는 2026-10-05 기준, 문서 개정 2026-10-06.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https://github.com/y00nZZang/product-catalog/blob/main/README.md . 통관은 추적·비용 추정의 관심 범위이며 실제 통관 완료는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https://github.com/y00nZZang/crossborder-purchase-agent/blob/main/docs/experiment.md . 특정 개인 경험이며 모든 해외 사용자에 대한 현행 정책 단정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https://www.tenso.com/jp/estimate ; https://www.worldshopping.global/simulator/ ; https://books.rakuten.co.jp/rb/18584086/ . SAZO 사용자 제공 캡처, 세부 운송·특전 조건 미확인.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https://github.com/y00nZZang/crossborder-purchase-agent/blob/main/docs/route-comparison.md . 사용자 체감과 합배송 가설. 실제 합배송 실측·절감액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https://github.com/y00nZZang/crossborder-purchase-agent/blob/main/README.md ; https://github.com/y00nZZang/product-catalog/blob/main/README.md . 플러그인 실제 검증 경로는 라쿠텐 북스·몰테일. 일반 명칭은 역할 설명이며 범용 사이트 지원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https://github.com/y00nZZang/crossborder-purchase-agent/tree/main/plugin ; https://github.com/y00nZZang/crossborder-purchase-agent/blob/main/docs/design.md . 실제 구현 어댑터 라쿠텐 북스·몰테일.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https://github.com/y00nZZang/crossborder-purchase-agent/blob/main/docs/interaction-count.md ; https://github.com/y00nZZang/crossborder-purchase-agent/blob/main/docs/experiment.md . 사용자 메시지7개. 로그인 두 번을 한 행으로 묶은 요약이며 실제 원문 대화 캡처가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https://github.com/y00nZZang/crossborder-purchase-agent/blob/main/plugin/skills/crossborder-track-delivery/SKILL.md ; https://github.com/y00nZZang/crossborder-purchase-agent/blob/main/docs/daily-tracking.md . 2026-10-06 v0.1.1 동작 변경. 실거래 당시 동작과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https://catalog.janghan.dev/ . 2026-10-06 캡처, 10/5 저장 관측 결과. 동일 페이지의 입력·결과 영역을 나누어 배치.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https://github.com/y00nZZang/product-catalog/blob/main/docs/alcohol-test-evidence.md ; https://github.com/y00nZZang/product-catalog/blob/main/docs/verification.md . TCG 10/5 운영 결과와 주류9/30 제조사 사양 추출/합성 계산은 별도 시험.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https://careers.mercari.com/mercan/articles/47692/ . 2024-11-15 공식 인터뷰의 해외 파트너 API 시스템 연동 사례. 이 프로젝트의 접근 권한 획득/사용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https://github.com/y00nZZang/crossborder-purchase-agent/blob/main/docs/interaction-count.md . SAZO와 직접구매의 조건 차이가 남는 단일 부분 견적.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https://github.com/y00nZZang/crossborder-purchase-agent/blob/main/docs/closing-perspective.md . 사용자 의견·미래 가정이며 현재 제공되는 MCP나 사업 경쟁력의 검증 결과가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1d28e006b54a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a74de209fc4ae0" /><Relationship Type="http://schemas.openxmlformats.org/officeDocument/2006/relationships/slideLayout" Target="/ppt/slideLayouts/slideLayout1.xml" Id="R7a676368481743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676368481743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da8f8662c4f50" /><Relationship Type="http://schemas.openxmlformats.org/officeDocument/2006/relationships/notesSlide" Target="/ppt/notesSlides/notesSlide1.xml" Id="R0f5bedb6de1e4e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704674b828437d" /><Relationship Type="http://schemas.openxmlformats.org/officeDocument/2006/relationships/notesSlide" Target="/ppt/notesSlides/notesSlide2.xml" Id="Rf795e7075b2f4d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6bde7f8bbd4852" /><Relationship Type="http://schemas.openxmlformats.org/officeDocument/2006/relationships/notesSlide" Target="/ppt/notesSlides/notesSlide3.xml" Id="R39ddae71361649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1e6013eb44180" /><Relationship Type="http://schemas.openxmlformats.org/officeDocument/2006/relationships/notesSlide" Target="/ppt/notesSlides/notesSlide4.xml" Id="R133a536c75c64f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311059cd94288" /><Relationship Type="http://schemas.openxmlformats.org/officeDocument/2006/relationships/notesSlide" Target="/ppt/notesSlides/notesSlide5.xml" Id="Rca4def3bbebd48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b1ffa4add47e1" /><Relationship Type="http://schemas.openxmlformats.org/officeDocument/2006/relationships/notesSlide" Target="/ppt/notesSlides/notesSlide6.xml" Id="R989001fcdb094e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3d6c80d1bb40df" /><Relationship Type="http://schemas.openxmlformats.org/officeDocument/2006/relationships/notesSlide" Target="/ppt/notesSlides/notesSlide7.xml" Id="R8150220bffa24e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dcc44b956f4b30" /><Relationship Type="http://schemas.openxmlformats.org/officeDocument/2006/relationships/notesSlide" Target="/ppt/notesSlides/notesSlide8.xml" Id="R24adfe0755f640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77a05123c4a49" /><Relationship Type="http://schemas.openxmlformats.org/officeDocument/2006/relationships/notesSlide" Target="/ppt/notesSlides/notesSlide9.xml" Id="Rb02665568ff840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83321365646b4" /><Relationship Type="http://schemas.openxmlformats.org/officeDocument/2006/relationships/image" Target="/ppt/media/image.jpeg" Id="R36450fd99bda488a" /><Relationship Type="http://schemas.openxmlformats.org/officeDocument/2006/relationships/image" Target="/ppt/media/image2.jpeg" Id="R0bdf459289334bf1" /><Relationship Type="http://schemas.openxmlformats.org/officeDocument/2006/relationships/notesSlide" Target="/ppt/notesSlides/notesSlide10.xml" Id="R7953ba6347b24fb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43d2433f14d71" /><Relationship Type="http://schemas.openxmlformats.org/officeDocument/2006/relationships/notesSlide" Target="/ppt/notesSlides/notesSlide11.xml" Id="Rb3ec1c500776413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d85c4fbdf4407" /><Relationship Type="http://schemas.openxmlformats.org/officeDocument/2006/relationships/notesSlide" Target="/ppt/notesSlides/notesSlide12.xml" Id="Rf024806ca0e143b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15da609e241ac" /><Relationship Type="http://schemas.openxmlformats.org/officeDocument/2006/relationships/notesSlide" Target="/ppt/notesSlides/notesSlide13.xml" Id="Rc2192b1fb74c4e1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bc2c749644b7c" /><Relationship Type="http://schemas.openxmlformats.org/officeDocument/2006/relationships/notesSlide" Target="/ppt/notesSlides/notesSlide14.xml" Id="R2599d23e3c4549f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75bd1aa59745d6" /><Relationship Type="http://schemas.openxmlformats.org/officeDocument/2006/relationships/notesSlide" Target="/ppt/notesSlides/notesSlide15.xml" Id="R431163df35da46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13495-24BC-4326-884E-5561931F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A9C37F-FE50-4180-8173-593FC38A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직구 조사와 도구 구현 · 2026.10.06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F4A73-51A1-4E3A-AEEA-308CC2B3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287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개인 프로젝트 · 윤장한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A9150-9D33-4C22-B844-28C986CB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13430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직구 과정 조사와</a:t>
            </a:r>
          </a:p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두 가지 도구 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7E093-F230-41D7-A23A-3631D52B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333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Codex 플러그인 · 상품 URL 분석기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EC895B-B5DB-4D0F-9A4D-ADA61900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42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검증 질문, 관찰한 내용, 구현과 시험 결과</a:t>
            </a:r>
          </a:p>
        </p:txBody>
      </p:sp>
    </p:spTree>
    <p:extLst>
      <p:ext uri="{BB962C8B-B14F-4D97-AF65-F5344CB8AC3E}">
        <p14:creationId xmlns:p14="http://schemas.microsoft.com/office/powerpoint/2010/main" val="16339454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D5D352-4493-4AA8-BF89-C764A110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검증하고자 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81E78-38AD-4C1A-9D51-D3CB16A8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직접 구매 과정과, 해외 사이트 결제 이후에 추가되는 비용을 살펴봤습니다.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BFF93-C493-4DDA-B2EE-26380CD8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BD0DA-13F6-47B5-A2F4-FB57851B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6CC9D-FD54-42B9-AA54-566D29EE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개인이 에이전트의 도움을 받아</a:t>
            </a:r>
          </a:p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조사·주문·배송신청·통관을</a:t>
            </a:r>
          </a:p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어디까지 진행할 수 있는가?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F3D10-DDAC-44AA-8096-40AD6A09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전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AA8DE-803A-423C-A737-880B8FA9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해외 사이트에서 구매한 뒤</a:t>
            </a:r>
          </a:p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추가로 발생하는 국제운송비와 관세를</a:t>
            </a:r>
          </a:p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어떻게 추정할 수 있을까?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A82072-1CF4-4B12-A061-C4DEC413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525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시험은 주문 확인·배송대행 접수까지 진행했습니다. 통관 완료는 아직 관측하지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2227987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5F803-E23C-41A0-A578-6FE6C931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과정에서 확인한 불편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23DEE-EC3B-4B41-AB5C-A7314BA3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가격을 비교하는 것 외에도 가입·인증·입력과 확인이 필요했습니다.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3DA974-9A86-4E19-B69C-E5206092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667000"/>
          <a:ext xmlns:a="http://schemas.openxmlformats.org/drawingml/2006/main" cx="136017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0648950"/>
              </a:tblGrid>
              <a:tr h="8191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겪거나 확인한 내용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가입·이용 준비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메루카리는 해외 거주자로 직접 가입·구매하기 어려웠음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tenso는 주소 증빙 보완·재제출 과정이 번거롭게 느껴졌음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비교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규격·무게가 없고 운임·수수료 조건이 달라 비교가 어려웠음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주문·배송신청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이커머스와 배송대행 사이트에 정보를 옮기고 접수 결과를 대조해야 했음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 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인증을 마친 뒤 재개하거나 메일·사이트에서 다음 상태를 확인해야 했음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CCCF5-ABC6-4ACA-8864-927EC36F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77100"/>
            <a:ext cx="1352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직접 구매 시험은 라쿠텐 북스와 몰테일 경로로 진행했습니다.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886273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8E63C5-9ADD-4B6A-8B19-8A1AC4C7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경로별 부분 견적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90CFE5-EB58-4D91-B544-2C842516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2026-09-21 · 영상 매체(Blu-ray) 1개를 기준으로 조사했습니다.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29B86-692F-48CC-92A3-536F5AE5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직구 조사와 도구 구현 · 2026.10.06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19150" y="2686050"/>
          <a:ext xmlns:a="http://schemas.openxmlformats.org/drawingml/2006/main" cx="136017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48250"/>
                <a:gridCol w="2762250"/>
                <a:gridCol w="5791200"/>
              </a:tblGrid>
              <a:tr h="7239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비용 합계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조건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7,228엔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63,878원 환산 · 세부 조건 미확인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tenso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7,472엔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· 19×14×2cm 가정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+ EMS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7,821엔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69,112원 환산 · 특전 차이 가능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WorldShopping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8,189엔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가정 · 대행료 포함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985078-AB27-44EB-BF14-786D2872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43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비교 시 비용 합계뿐 아니라 포장·운송·특전 조건도 함께 확인해야 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6675B2-F7B6-4288-8BD6-4623D9D0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533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100엔=883.7원으로 환산. 당시 부분 견적이며 실측·카드 비용·세금 등은 미확정입니다.</a:t>
            </a:r>
          </a:p>
        </p:txBody>
      </p:sp>
    </p:spTree>
    <p:extLst>
      <p:ext uri="{BB962C8B-B14F-4D97-AF65-F5344CB8AC3E}">
        <p14:creationId xmlns:p14="http://schemas.microsoft.com/office/powerpoint/2010/main" val="19847179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083F18-9D98-41AF-852E-8E68069D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소량 구매의 배송비에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9BBD3F-7936-4CB1-96EC-E0A3C9E2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작고 가벼운 상품을 한 개 구매할 때 배송비의 부담이 크게 느껴졌습니다.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D181E-7E2B-4E88-9007-2779779F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433E76-3415-401E-9021-CF96C1BD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관찰과 체감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1CE0C-05DF-4633-BA86-E24DE25B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최소 과금 구간에 해당하는 소형 상품은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무게가 더 작아도 배송비가 비례해서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줄지는 않을 수 있다고 생각했습니다.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CB2F9C-A1B9-4193-9019-3680690D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단품 구매에서는 상품 크기에 비해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배송비가 크게 느껴졌습니다.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6F0C79-B0D2-4132-A828-68712189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확인해보고 싶은 가설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76F714-A453-4A80-9365-5CB4821B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여러 상품을 한 포장으로 보내면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기본 배송비를 나누어 부담할 수 있어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개당 비용이 줄어들 수 있지 않을까?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96DADF-C00B-4362-AEA4-6B0D939B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 합계 ↔ 합배송 총액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운임 + 합포장·처리·보관 비용을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A77243-2323-4097-80CB-46C1E51B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합배송 이익은 아직 검증하지 않았습니다. 합친 무게·부피와 추가 수수료에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60094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1A985C-25FA-48EB-98AF-50B20B29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만들어본 두 가지 도구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3A0AF7-ADFE-4033-BCBE-9A92B445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실행을 보조하는 도구와, 구매 전 정보를 분석하는 도구를 별도로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10A09-B542-4FC9-B034-C7CC2BA3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7836B-0C11-4B3F-BC47-9ABC0297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01  Codex 플러그인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44C08D-EC62-4BCC-8F18-F4B2AF8D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조사·입력·상태 확인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17C608-D3EF-4530-B62E-A0CEB249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6334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조사와 배송대행 비교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주문 대조·배송대행 신청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 등록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2CE1A-F2E0-4269-8F4A-4E188F32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02  URL 분석기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841C23-13C3-4C04-AB0D-97A2A50D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상품·배송·관세 정보 추정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6FE848-451E-4FF1-93CB-57CBC664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판매처별 상품 정보 수집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이미지·검색 기반 포장 사양 추정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세율을 이용한 예상 세금 계산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FE24B-02A6-46E6-A920-14A68EE2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62800"/>
            <a:ext cx="1352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두 도구는 독립적으로 동작합니다. 플러그인의 실제 실행 경로는 일부 서비스에서 검증했습니다.</a:t>
            </a:r>
          </a:p>
        </p:txBody>
      </p:sp>
    </p:spTree>
    <p:extLst>
      <p:ext uri="{BB962C8B-B14F-4D97-AF65-F5344CB8AC3E}">
        <p14:creationId xmlns:p14="http://schemas.microsoft.com/office/powerpoint/2010/main" val="13021861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B55F84-2442-4EC4-A045-15187347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DCC48-0DAF-4547-824D-76ACF5C1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skill이 작업 절차를 안내하고, Python helper가 계산과 상태를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CC63C-220B-49FC-9FCC-EA9189E32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D93C3-2636-4EDD-A57F-E8E922DA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A04DD3-38A1-4731-8AA0-44C38978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비교</a:t>
            </a:r>
          </a:p>
        </p:txBody>
      </p:sp>
      <p:cxnSp>
        <p:nvCxnSpPr>
          <p:cNvPr id="2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0515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445A1-05DC-4155-993D-39AA39D2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구매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1502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894945-623C-4FDD-88FB-7327A2DB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신청</a:t>
            </a:r>
          </a:p>
        </p:txBody>
      </p: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2490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172E1D-344B-497B-8021-E201881D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진행 추적</a:t>
            </a:r>
          </a:p>
        </p:txBody>
      </p:sp>
      <p:cxnSp>
        <p:nvCxnSpPr>
          <p:cNvPr id="31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153477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8685E2-0E99-4F1C-B4CB-2F91C3F0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브라우저와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BDB39D-76C2-4C52-8FB5-5BC9A795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0532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 상품·폼·완료 화면을 확인하고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A0457C-064C-41F4-8B43-165C4E5A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Python +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C21EBD-B6D7-4655-99AF-3497DD9B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6735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승인 조건·실행 시도·견적·상태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6A6719-C85E-4058-8F84-CA301C52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AAD3DE-208A-4E22-BE74-450C08B2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42937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51BC33-6710-4B23-90CA-D9BB3583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현재 실행 검증: 라쿠텐 북스 구매·몰테일 신청. 다른 서비스로의 확대는 별도 구현이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7994774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815BE1-D283-4FA5-85EE-D0224DB1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B2FBF-FA45-4FEB-8B9B-AEBEF94E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상품 URL과 목적을 전달한 뒤 확인·승인 중심으로 진행했습니다. 아래 대화는 실제 기록을 축약했습니다.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FBBAA8-5608-494F-91EC-25A6912B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B537D5-090F-4439-A6BB-537FF933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71725"/>
            <a:ext cx="1352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첫 요청 1회 + 후속 입력 6회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D4D05-3F35-416C-B62C-64DC5119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나 · 입력 순서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53919B-7F74-4BCA-A412-A242DE38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171825"/>
            <a:ext cx="652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 · 안내와 처리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FE83E-BF0C-4F13-991B-15B10823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0E9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① URL + 구매·배송신청 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F87A0-CA49-4593-B940-9F532FFC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00450"/>
            <a:ext cx="6562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확인 → 로그인 안내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CA3919-EF80-4ECC-9EE8-3F04DF62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9575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0E9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②·③ 각 사이트 로그인 완료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F29A7A-4E5E-450E-A766-3ECF356C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219575"/>
            <a:ext cx="6562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배송지 확인 → 정보 입력 승인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8CA54B-4FE5-4C6A-A2B1-727FF4E6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0E9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④ 주소 입력 승인 + 무게 조건 보완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3FE29-B042-42C1-8A37-0AA351D0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38700"/>
            <a:ext cx="6562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주소 입력·견적 비교 → 구매 확정 안내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C32957-A014-484B-BF7F-42D93636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57825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0E9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⑤ 직접 구매 완료 알림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4F2ED-9429-45FA-833F-9827C05C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457825"/>
            <a:ext cx="6562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대조·신청서 작성 → 제출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63F1E-7FFE-4869-8244-943EC2F9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769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0E9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⑥ 제출 진행 승인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F7B044-74D0-440F-9CF4-ABBF5AFE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6076950"/>
            <a:ext cx="6562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제출 시도 → 통관 인증 안내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A57B47-FCF4-4CF1-9849-C9216973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96075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0E9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⑦ 인증 완료 알림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6799A4-6D49-4CF6-BE8B-71DA9190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6696075"/>
            <a:ext cx="6562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ACBC1"/>
            </a:solidFill>
          </a:ln>
        </p:spPr>
        <p:txBody>
          <a:bodyPr xmlns:a="http://schemas.openxmlformats.org/drawingml/2006/main" lIns="171450" tIns="76200" rIns="133350" bIns="76200" anchor="ctr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동일 신청서 제출 → 접수 완료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155AFE-A472-4056-8AE3-C8D64678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72375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사용자 메시지 기준의 단일 사례입니다. 로그인·구매·인증 화면의 클릭·입력 횟수는 별도이며 미측정입니다.</a:t>
            </a:r>
          </a:p>
        </p:txBody>
      </p:sp>
    </p:spTree>
    <p:extLst>
      <p:ext uri="{BB962C8B-B14F-4D97-AF65-F5344CB8AC3E}">
        <p14:creationId xmlns:p14="http://schemas.microsoft.com/office/powerpoint/2010/main" val="5390849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47EEB6-BDEC-4D5B-A39D-962FDCE6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732B5A-4FAF-4B92-BD8E-3378A739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완료가 확인되면 Codex scheduler에 하루 한 번의 추적 작업을 등록합니다.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CDCFBC-BC4B-4389-8F3F-03FC9A9D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B9F8BE-30EF-4813-8F0C-9806D503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완료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0C10A-A7A3-4639-A59D-F8C57435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일일 scheduler 등록</a:t>
            </a:r>
          </a:p>
        </p:txBody>
      </p:sp>
      <p:cxnSp>
        <p:nvCxnSpPr>
          <p:cNvPr id="1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4B7B9C-0DD6-460C-BA08-D8C9DD84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 진행 추적</a:t>
            </a:r>
          </a:p>
        </p:txBody>
      </p: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874C5-E5FC-46C4-B2F8-7AF49BF1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실제 주문 접수 근거 확인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접수 전에도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3027AA-3F72-4CA8-9A1E-0A6A4FAB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메일 단회 조회 후 등록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기존 예약 ID가 있으면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3F401D-7E53-47E6-83E2-38F06F94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057650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주문·배송대행 메일 확인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발송·입고·출고·통관 상태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C2104E-9E2C-489B-BB51-C2D9F060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81725"/>
            <a:ext cx="135255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의미 있는 변경이나 사용자 조치가 필요할 때 알리고,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배송완료·취소가 확인되면 예약을 종료합니다.</a:t>
            </a:r>
          </a:p>
        </p:txBody>
      </p:sp>
    </p:spTree>
    <p:extLst>
      <p:ext uri="{BB962C8B-B14F-4D97-AF65-F5344CB8AC3E}">
        <p14:creationId xmlns:p14="http://schemas.microsoft.com/office/powerpoint/2010/main" val="1083863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87D841-B9C1-4C64-B13D-00DCD7DE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 ·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77992E-91AE-4A97-BF80-278106B9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https://catalog.janghan.dev/  ·  URL 입력 → 상품 수집 → 배송·관세 추정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FCCF5B-7084-44C6-AA13-5AD339F8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BFE163-11C1-4C0C-B10C-4F94BBBE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333625"/>
            <a:ext cx="12096750" cy="531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D968A"/>
            </a:solidFill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450fd99bda488a"/>
          <a:stretch xmlns:a="http://schemas.openxmlformats.org/drawingml/2006/main"/>
        </p:blipFill>
        <p:spPr>
          <a:xfrm xmlns:a="http://schemas.openxmlformats.org/drawingml/2006/main">
            <a:off x="2958193" y="2476500"/>
            <a:ext cx="9323614" cy="1428750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f459289334bf1"/>
          <a:stretch xmlns:a="http://schemas.openxmlformats.org/drawingml/2006/main"/>
        </p:blipFill>
        <p:spPr>
          <a:xfrm xmlns:a="http://schemas.openxmlformats.org/drawingml/2006/main">
            <a:off x="4303239" y="3981450"/>
            <a:ext cx="6633522" cy="3543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8960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7FB652-4021-4692-920D-E112EF00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분석기의 처리 과정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38892-0B96-473D-BAFC-BF9C8078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라쿠텐 이치바·북스와 메루카리의 상품 URL을 입력으로 사용합니다.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7783CE-BA5B-4E4E-9220-E6BBAB2C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E9F05-5B3D-4DE1-AEA2-4CC9B7E8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정보 수집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94D3B-317F-49BF-A2B7-57168A50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정보 추정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9E70B2-E3E6-4382-8607-2737DF47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정보 추정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3444E-DE83-4626-89A9-196F524C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API·HTML·브라우저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상품명·가격·판매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EB5A9-60D8-47E7-BD7B-D6439F03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이미지·제품명·검색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 무게·치수·운임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1AD1E1-77BD-4BB3-9AAB-B0875C72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HS·HSK 후보와 공개 세율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환율·조건별 예상 세금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108BE5-2FDA-4CA1-BDC1-B43C3A41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352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실시간 진행 상태와 단계별 결과를 표시하고, 상세에서 출처와 추정 조건을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870FA5-7101-4D2E-9E7B-6B5B737E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9025"/>
            <a:ext cx="1352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수집값·모델 가정·미확인 항목을 구분하며, 입력 부족이나 조회 실패는 부분 결과로 남깁니다.</a:t>
            </a:r>
          </a:p>
        </p:txBody>
      </p:sp>
    </p:spTree>
    <p:extLst>
      <p:ext uri="{BB962C8B-B14F-4D97-AF65-F5344CB8AC3E}">
        <p14:creationId xmlns:p14="http://schemas.microsoft.com/office/powerpoint/2010/main" val="9712676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F6AF3-E52B-49B6-8E50-57610BAE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실험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ACF744-A4D7-4DEE-A32C-0EF2B2E9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동일한 항목으로 정리하되, 실제 URL 분석과 합성 계산 표본의 차이는 구분했습니다.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ECC56-242C-4A76-8802-4A684CC98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505075"/>
          <a:ext xmlns:a="http://schemas.openxmlformats.org/drawingml/2006/main" cx="13601700" cy="4619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5629275"/>
                <a:gridCol w="5638800"/>
              </a:tblGrid>
              <a:tr h="769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TCG 상품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주류(위스키)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검증 자료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 실제 판매글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2026-10-05 운영 분석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제조사 사양 + 합성 계산 입력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2026-09-30 저장 시험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분류·추출 결과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HSK 9504400000 후보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whisky 후보 · 700ml·43% 추출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 수는 미확인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계산 조건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관측 판매가70,000JPY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기본관세8%·일반 부가세10%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별도 합성 입력: $200·750ml 1병·40%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환율1,000원/$·운임0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예상 세금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115,776 ~ 117,335원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353,696원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범위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분류→공개 세율→계산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사양 추출과 계산 회귀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용량·병 수 경계 및 누락 입력 검사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17FB4-3948-43AF-94A3-E851F3AA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05700"/>
            <a:ext cx="1352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납부세액과 대조한 정확도 검증은 아닙니다. 주류의 사양 추출 표본과 산술 표본은 서로 다릅니다.</a:t>
            </a:r>
          </a:p>
        </p:txBody>
      </p:sp>
    </p:spTree>
    <p:extLst>
      <p:ext uri="{BB962C8B-B14F-4D97-AF65-F5344CB8AC3E}">
        <p14:creationId xmlns:p14="http://schemas.microsoft.com/office/powerpoint/2010/main" val="13250631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C853B4-E666-4E60-BB37-956CC1D2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도구 측면에서 남은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07DB3A-8018-45FF-9B49-448849C8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 구현으로 확인하지 못한 범위입니다. 추가 개발·검증 일정은 잡지 않았습니다.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CA441-3264-4701-A25C-C297AC31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13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24150"/>
          <a:ext xmlns:a="http://schemas.openxmlformats.org/drawingml/2006/main" cx="13601700" cy="3371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0458450"/>
              </a:tblGrid>
              <a:tr h="11239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영역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확인하지 못한 부분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추정 정확도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치수·무게와 관세 추정이 실제 값과 얼마나 일치하는가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인형처럼 형태가 복잡한 상품도 적절한 포장 범위를 추정하는가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판매처 확대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라쿠텐·메루카리 밖의 사이트에서도 안정적으로 수집·파싱할 수 있는가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API가 없는 사이트의 화면 변경·접근 제한에 어떻게 대응할 것인가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A9A7B-3B9C-4F2F-9990-4A86DD2F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86550"/>
            <a:ext cx="1352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라쿠텐은 API로 상품 정보를 가져왔습니다.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메루카리는 웹페이지를 크롤링하고 HTML을 파싱했습니다.</a:t>
            </a:r>
          </a:p>
        </p:txBody>
      </p:sp>
    </p:spTree>
    <p:extLst>
      <p:ext uri="{BB962C8B-B14F-4D97-AF65-F5344CB8AC3E}">
        <p14:creationId xmlns:p14="http://schemas.microsoft.com/office/powerpoint/2010/main" val="115679907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1C320-A551-49C6-BACB-BF1D59C5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경험과 구매대행 사업에 대한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20C71-F1E2-4331-A3DB-1F87E91E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입력 과정의 간소화와 배송비의 경제성은 별도로 보게 됐습니다.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6F7CBF-4D02-436D-BC04-B7552F55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14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6F7FB-D172-4971-A4C9-B2C0F4B7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이번 사례에서 느낀 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F055E8-09F3-4AF7-8423-83BBF1D0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배송대행 정보 입력과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접수 확인을 간소화할 수 있었습니다.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소형·경량 상품1개에서는 직접구매의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비용 이점을 확인하지 못했습니다.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E847F7-75B9-4D87-8DC0-26B2EF6B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사업 측면에서 남은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F3D53-0FDD-4CF9-9F74-F706EAA2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운송비를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얼마나 최적화할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발송과 합배송의 총비용을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포장·처리·보관 비용까지 비교해야 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E2287-CA90-4C1B-AF77-7DC0220E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91300"/>
            <a:ext cx="1352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당시 확인 비용 합계는 SAZO 약7,228엔, 직접구매+tenso 7,472엔이었습니다.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 사례에서는 구매대행을 이용하는 편이 유리하다고 느꼈습니다.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9EB4A-8BCC-4D05-A6CF-273E287A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39050"/>
            <a:ext cx="1352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운송·특전 등 조건 차이와 미확정 비용이 남아 있어 모든 소량 직구의 결론으로 일반화하지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1505757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F3B2D2-DC9C-4E7E-8DBF-B1B38120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 커머스에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F404E7-7DD1-4DB3-96F6-9FBA1F0C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이번에는 브라우저를 통해 배송대행 정보를 입력했습니다.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91B68-C334-43FE-8FAD-08DB719A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C8ACA-A625-4520-83B8-5DD7ADB9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1352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구매가 가능해지고, 배송대행 업체가 신청용 MCP 등을 제공한다면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 전체를 에이전트에 맡기는 흐름도 가능하지 않을까 생각했습니다.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F1826-4A87-47D0-B36D-C870BB4A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에이전트가 구매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E48FAC-6A4D-42C5-ADA1-4776A4FF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MCP로 신청</a:t>
            </a:r>
          </a:p>
        </p:txBody>
      </p: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2915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E1FEB9-4F05-4F58-8E61-16E39F57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주문·배송·통관 추적</a:t>
            </a:r>
          </a:p>
        </p:txBody>
      </p:sp>
      <p:cxnSp>
        <p:nvCxnSpPr>
          <p:cNvPr id="2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48690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F0FA87-A967-403A-9222-9FAD52B6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91175"/>
            <a:ext cx="13525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그때 사조 같은 구매대행 업체의 경쟁력은 구매 과정의 간편함뿐 아니라,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비용을 조정하고 물류·검수·예외를 처리하는 노하우에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더 크게 남지 않을까 생각합니다.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8054B-81E1-46F9-AA44-0527AE15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공개 코드  github.com/y00nZZang/crossborder-purchase-agent  ·  github.com/y00nZZang/product-catalog</a:t>
            </a:r>
          </a:p>
        </p:txBody>
      </p:sp>
    </p:spTree>
    <p:extLst>
      <p:ext uri="{BB962C8B-B14F-4D97-AF65-F5344CB8AC3E}">
        <p14:creationId xmlns:p14="http://schemas.microsoft.com/office/powerpoint/2010/main" val="8536966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2026-10-06T07:30:46.0620000Z</dcterms:created>
  <dcterms:modified xsi:type="dcterms:W3CDTF">2026-10-06T07:30:46.0620000Z</dcterms:modified>
</coreProperties>
</file>