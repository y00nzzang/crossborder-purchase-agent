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8c91f46f8c46e7" /><Relationship Type="http://schemas.openxmlformats.org/officeDocument/2006/relationships/extended-properties" Target="/docProps/app.xml" Id="R9fc7faffaef54a5d" /><Relationship Type="http://schemas.openxmlformats.org/officeDocument/2006/relationships/officeDocument" Target="/ppt/presentation.xml" Id="R78c962fbbdb94b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d1aac2b6854413"/>
  </p:sldMasterIdLst>
  <p:notesMasterIdLst>
    <p:notesMasterId xmlns:r="http://schemas.openxmlformats.org/officeDocument/2006/relationships" r:id="R567e6972b4f642c5"/>
  </p:notesMasterIdLst>
  <p:sldIdLst>
    <p:sldId xmlns:r="http://schemas.openxmlformats.org/officeDocument/2006/relationships" id="256" r:id="R7e3112d33520462b"/>
    <p:sldId xmlns:r="http://schemas.openxmlformats.org/officeDocument/2006/relationships" id="257" r:id="R8881c17c077140f6"/>
    <p:sldId xmlns:r="http://schemas.openxmlformats.org/officeDocument/2006/relationships" id="258" r:id="R2d063b7ca0e44324"/>
    <p:sldId xmlns:r="http://schemas.openxmlformats.org/officeDocument/2006/relationships" id="259" r:id="Rb0a235726caf4fe6"/>
    <p:sldId xmlns:r="http://schemas.openxmlformats.org/officeDocument/2006/relationships" id="260" r:id="Rf6902e03cd404ed4"/>
    <p:sldId xmlns:r="http://schemas.openxmlformats.org/officeDocument/2006/relationships" id="261" r:id="R2127882196db4c51"/>
    <p:sldId xmlns:r="http://schemas.openxmlformats.org/officeDocument/2006/relationships" id="262" r:id="R0c7bfc3cedcf4d29"/>
    <p:sldId xmlns:r="http://schemas.openxmlformats.org/officeDocument/2006/relationships" id="263" r:id="Rf377799fb5454cdc"/>
    <p:sldId xmlns:r="http://schemas.openxmlformats.org/officeDocument/2006/relationships" id="264" r:id="R4f59302bb9be475a"/>
    <p:sldId xmlns:r="http://schemas.openxmlformats.org/officeDocument/2006/relationships" id="265" r:id="R84db056b88eb4871"/>
    <p:sldId xmlns:r="http://schemas.openxmlformats.org/officeDocument/2006/relationships" id="266" r:id="Re4b2a0eff036445a"/>
    <p:sldId xmlns:r="http://schemas.openxmlformats.org/officeDocument/2006/relationships" id="267" r:id="Re516acbf04314fee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8a3e203853448b" /><Relationship Type="http://schemas.openxmlformats.org/officeDocument/2006/relationships/slideMaster" Target="/ppt/slideMasters/slideMaster1.xml" Id="Radd1aac2b6854413" /><Relationship Type="http://schemas.openxmlformats.org/officeDocument/2006/relationships/notesMaster" Target="/ppt/notesMasters/notesMaster1.xml" Id="R567e6972b4f642c5" /><Relationship Type="http://schemas.openxmlformats.org/officeDocument/2006/relationships/presProps" Target="/ppt/presProps.xml" Id="R59c1464aadfc46a5" /><Relationship Type="http://schemas.openxmlformats.org/officeDocument/2006/relationships/tableStyles" Target="/ppt/tableStyles.xml" Id="Ra048f578a3a74ffe" /><Relationship Type="http://schemas.openxmlformats.org/officeDocument/2006/relationships/slide" Target="/ppt/slides/slide1.xml" Id="R7e3112d33520462b" /><Relationship Type="http://schemas.openxmlformats.org/officeDocument/2006/relationships/slide" Target="/ppt/slides/slide2.xml" Id="R8881c17c077140f6" /><Relationship Type="http://schemas.openxmlformats.org/officeDocument/2006/relationships/slide" Target="/ppt/slides/slide3.xml" Id="R2d063b7ca0e44324" /><Relationship Type="http://schemas.openxmlformats.org/officeDocument/2006/relationships/slide" Target="/ppt/slides/slide4.xml" Id="Rb0a235726caf4fe6" /><Relationship Type="http://schemas.openxmlformats.org/officeDocument/2006/relationships/slide" Target="/ppt/slides/slide5.xml" Id="Rf6902e03cd404ed4" /><Relationship Type="http://schemas.openxmlformats.org/officeDocument/2006/relationships/slide" Target="/ppt/slides/slide6.xml" Id="R2127882196db4c51" /><Relationship Type="http://schemas.openxmlformats.org/officeDocument/2006/relationships/slide" Target="/ppt/slides/slide7.xml" Id="R0c7bfc3cedcf4d29" /><Relationship Type="http://schemas.openxmlformats.org/officeDocument/2006/relationships/slide" Target="/ppt/slides/slide8.xml" Id="Rf377799fb5454cdc" /><Relationship Type="http://schemas.openxmlformats.org/officeDocument/2006/relationships/slide" Target="/ppt/slides/slide9.xml" Id="R4f59302bb9be475a" /><Relationship Type="http://schemas.openxmlformats.org/officeDocument/2006/relationships/slide" Target="/ppt/slides/slide10.xml" Id="R84db056b88eb4871" /><Relationship Type="http://schemas.openxmlformats.org/officeDocument/2006/relationships/slide" Target="/ppt/slides/slide11.xml" Id="Re4b2a0eff036445a" /><Relationship Type="http://schemas.openxmlformats.org/officeDocument/2006/relationships/slide" Target="/ppt/slides/slide12.xml" Id="Re516acbf04314f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86d822359244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ea7fabb0e74584" /><Relationship Type="http://schemas.openxmlformats.org/officeDocument/2006/relationships/notesMaster" Target="/ppt/notesMasters/notesMaster1.xml" Id="R27fe47aff8b745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11ec68c05d443a" /><Relationship Type="http://schemas.openxmlformats.org/officeDocument/2006/relationships/notesMaster" Target="/ppt/notesMasters/notesMaster1.xml" Id="Racd9542c321544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16d98064694d7b" /><Relationship Type="http://schemas.openxmlformats.org/officeDocument/2006/relationships/notesMaster" Target="/ppt/notesMasters/notesMaster1.xml" Id="Re9ba15a9700148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3233af95ab4499" /><Relationship Type="http://schemas.openxmlformats.org/officeDocument/2006/relationships/notesMaster" Target="/ppt/notesMasters/notesMaster1.xml" Id="R973dda091f794e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659feed82b4d2d" /><Relationship Type="http://schemas.openxmlformats.org/officeDocument/2006/relationships/notesMaster" Target="/ppt/notesMasters/notesMaster1.xml" Id="Rb897a88adb7d44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26de17db5f448c" /><Relationship Type="http://schemas.openxmlformats.org/officeDocument/2006/relationships/notesMaster" Target="/ppt/notesMasters/notesMaster1.xml" Id="Rccc764663d8a4b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f58e2d87f84457" /><Relationship Type="http://schemas.openxmlformats.org/officeDocument/2006/relationships/notesMaster" Target="/ppt/notesMasters/notesMaster1.xml" Id="Re458e495785549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12724f8a1e34be9" /><Relationship Type="http://schemas.openxmlformats.org/officeDocument/2006/relationships/notesMaster" Target="/ppt/notesMasters/notesMaster1.xml" Id="R7ff4ad028f8c46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d01dca30d942e3" /><Relationship Type="http://schemas.openxmlformats.org/officeDocument/2006/relationships/notesMaster" Target="/ppt/notesMasters/notesMaster1.xml" Id="R09fb1b5b27cb46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ef6dd45d1340fd" /><Relationship Type="http://schemas.openxmlformats.org/officeDocument/2006/relationships/notesMaster" Target="/ppt/notesMasters/notesMaster1.xml" Id="Rbc023f3dbbd443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2c8775664c4c8d" /><Relationship Type="http://schemas.openxmlformats.org/officeDocument/2006/relationships/notesMaster" Target="/ppt/notesMasters/notesMaster1.xml" Id="Rccfb9190f6b445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016372980fd4ffd" /><Relationship Type="http://schemas.openxmlformats.org/officeDocument/2006/relationships/notesMaster" Target="/ppt/notesMasters/notesMaster1.xml" Id="R188121d12d574a8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기획·조사·검증과 도구 구현에 Codex 사용. 관측과 테스트 결과는 2026-10-05 기준, 문서 개정 2026-10-06.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https://github.com/y00nZZang/product-catalog/blob/main/README.md . 최초 연구 목표와 구현 범위를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https://github.com/y00nZZang/crossborder-purchase-agent/blob/main/docs/route-comparison.md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https://www.tenso.com/jp/estimate ; https://www.worldshopping.global/simulator/ ; https://books.rakuten.co.jp/rb/18584086/ . SAZO 사용자 제공 캡처, 세부 운송·특전 조건 미확인.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https://github.com/y00nZZang/crossborder-purchase-agent/blob/main/README.md ; https://github.com/y00nZZang/product-catalog/blob/main/README.md . 두 도구는 현재 자동 API 연동되지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https://github.com/y00nZZang/crossborder-purchase-agent/tree/main/plugin ; https://github.com/y00nZZang/crossborder-purchase-agent/blob/main/docs/design.md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. 사용자 제공 접수 캡처는 개인정보 없는 부분만 사용, 원본 우측 잘림 유지.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https://catalog.janghan.dev/ . 기존 관측 결과 화면, 실측·실제 납부 세액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https://github.com/y00nZZang/product-catalog/blob/main/docs/public-hsk-rates-2026-10-05.md ; https://github.com/y00nZZang/product-catalog/tree/main/src/ai ; https://unipass.customs.go.kr/clip/hsinfosrch/openULS0401009Q.do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https://github.com/y00nZZang/product-catalog/blob/main/docs/verification.md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https://github.com/y00nZZang/product-catalog/blob/main/docs/verification.md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1f5b5aea7c40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375dc58c6f419b" /><Relationship Type="http://schemas.openxmlformats.org/officeDocument/2006/relationships/slideLayout" Target="/ppt/slideLayouts/slideLayout1.xml" Id="Rca69a8481d334e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69a8481d334e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4b174359d415c" /><Relationship Type="http://schemas.openxmlformats.org/officeDocument/2006/relationships/notesSlide" Target="/ppt/notesSlides/notesSlide1.xml" Id="R4dfc3d6af29f43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5484f6034840f5" /><Relationship Type="http://schemas.openxmlformats.org/officeDocument/2006/relationships/notesSlide" Target="/ppt/notesSlides/notesSlide2.xml" Id="R290ce41974d84d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454c51e974187" /><Relationship Type="http://schemas.openxmlformats.org/officeDocument/2006/relationships/notesSlide" Target="/ppt/notesSlides/notesSlide3.xml" Id="Ra39c7f4b79224d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7985b88934c61" /><Relationship Type="http://schemas.openxmlformats.org/officeDocument/2006/relationships/notesSlide" Target="/ppt/notesSlides/notesSlide4.xml" Id="R028d8fde728c40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8ad21f8af4dde" /><Relationship Type="http://schemas.openxmlformats.org/officeDocument/2006/relationships/notesSlide" Target="/ppt/notesSlides/notesSlide5.xml" Id="Rf28e4b170ea64f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f9ef754b249fc" /><Relationship Type="http://schemas.openxmlformats.org/officeDocument/2006/relationships/notesSlide" Target="/ppt/notesSlides/notesSlide6.xml" Id="Rd076be652d3341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ca6eaaf52410a" /><Relationship Type="http://schemas.openxmlformats.org/officeDocument/2006/relationships/image" Target="/ppt/media/image.jpeg" Id="Rcfa27ce241f34017" /><Relationship Type="http://schemas.openxmlformats.org/officeDocument/2006/relationships/notesSlide" Target="/ppt/notesSlides/notesSlide7.xml" Id="Rae647c7c9c6846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337b14b3145b3" /><Relationship Type="http://schemas.openxmlformats.org/officeDocument/2006/relationships/notesSlide" Target="/ppt/notesSlides/notesSlide8.xml" Id="R75211133d13047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0329478d4462b" /><Relationship Type="http://schemas.openxmlformats.org/officeDocument/2006/relationships/image" Target="/ppt/media/image2.jpeg" Id="R677a66a243f04bce" /><Relationship Type="http://schemas.openxmlformats.org/officeDocument/2006/relationships/notesSlide" Target="/ppt/notesSlides/notesSlide9.xml" Id="Rc3a28762663a45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f034593014568" /><Relationship Type="http://schemas.openxmlformats.org/officeDocument/2006/relationships/notesSlide" Target="/ppt/notesSlides/notesSlide10.xml" Id="R5b364d579b8741e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a6b2973b24957" /><Relationship Type="http://schemas.openxmlformats.org/officeDocument/2006/relationships/notesSlide" Target="/ppt/notesSlides/notesSlide11.xml" Id="R574d699f8a7a4f6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ceac045fca4ee0" /><Relationship Type="http://schemas.openxmlformats.org/officeDocument/2006/relationships/notesSlide" Target="/ppt/notesSlides/notesSlide12.xml" Id="Rb930d38ae14044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BDABD-A046-4743-8546-CD72230D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5A2175-6147-4A29-BD69-A49D804B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구매대행 조사와 도구 구현 · 2026.10.06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8D6348-D249-486C-8E6C-E21624B7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287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개인 프로젝트 · 윤장한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9F46D7-33F2-42B8-9832-15AA54B3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13430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구매대행 과정 조사와</a:t>
            </a:r>
          </a:p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두 가지 도구 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B5B79-DD9D-4E40-9A50-48B34D8C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333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Codex 플러그인 · 상품 URL 분석기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F6B733-ABF4-4963-B434-CE70E1FD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42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검증 질문, 관찰한 내용, 구현과 시험 결과</a:t>
            </a:r>
          </a:p>
        </p:txBody>
      </p:sp>
    </p:spTree>
    <p:extLst>
      <p:ext uri="{BB962C8B-B14F-4D97-AF65-F5344CB8AC3E}">
        <p14:creationId xmlns:p14="http://schemas.microsoft.com/office/powerpoint/2010/main" val="21181414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F559EA-4EAD-4BC4-9C3F-F3901AB4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검증하고자 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4F033E-1C94-4ACC-A853-1A8FC7BD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과정과 비용 정보를 직접 확인하고, 에이전트가 보조할 수 있는 범위를 살펴봤습니다.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5E351-F447-4727-BAA2-802FFF5E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29E7E3-BF5E-418C-B3D1-9D035C51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38ADD8-D3C4-417F-9DA6-1485D6CA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6191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개인이 에이전트의 도움을 받아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조사·주문·배송신청을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어디까지 진행할 수 있는가?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BECD37-7A60-4124-80B4-C2ED60AC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전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62E9A-F834-4CEE-9E5B-0CC0319D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6191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URL에 있는 정보로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배송과 관세 비용을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어느 범위까지 추정할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2FF6A-5B15-453F-97D7-2ED34FEC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72250"/>
            <a:ext cx="1352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구매대행의 역할 변화는 탐색 질문으로 두고, 선택한 상품과 경로에서 먼저 시험했습니다.</a:t>
            </a:r>
          </a:p>
        </p:txBody>
      </p:sp>
    </p:spTree>
    <p:extLst>
      <p:ext uri="{BB962C8B-B14F-4D97-AF65-F5344CB8AC3E}">
        <p14:creationId xmlns:p14="http://schemas.microsoft.com/office/powerpoint/2010/main" val="21153569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04CA4-7FAF-4E87-872C-4D86FCEB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조사와 구매 과정에서 확인한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A36F7-06D5-4290-96CA-F44EF6C2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경로별 견적 비교와 실제 구매를 구분해 기록했습니다.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26AD7-D627-4222-BC73-1807CCBC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구매대행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14625"/>
          <a:ext xmlns:a="http://schemas.openxmlformats.org/drawingml/2006/main" cx="136017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5791200"/>
                <a:gridCol w="5143500"/>
              </a:tblGrid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내용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도구에 반영한 부분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경로 비교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상품값 외에 운임·취급료·조건 확인 필요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항목과 미확인 조건 표시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이용 준비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계정·주소 증빙·추가 인증 필요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 확인 후 재개하는 절차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주문·배송신청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주소·주문 정보 입력과 결과 대조 필요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기존 주문 확인, 신청 상태 기록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추정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사양·상품 분류가 부족한 경우 존재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검색·모델 보완과 추정 근거 표시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DB24DB-F43D-4B12-82F1-6D15BFFD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00875"/>
            <a:ext cx="1333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입고 이후의 실측·국제운송·수령은 아직 확인하지 못했습니다.</a:t>
            </a:r>
          </a:p>
        </p:txBody>
      </p:sp>
    </p:spTree>
    <p:extLst>
      <p:ext uri="{BB962C8B-B14F-4D97-AF65-F5344CB8AC3E}">
        <p14:creationId xmlns:p14="http://schemas.microsoft.com/office/powerpoint/2010/main" val="19984798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8E55D-F079-4E99-9109-E49E8EAB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경로별 부분 견적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92931C-BBEA-4138-B069-3A0FF326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2026-09-21 · FJORD 통상판 Blu-ray 1개를 기준으로 조사했습니다.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DF2B5F-9054-4D93-81E9-BADFF625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구매대행 조사와 도구 구현 · 2026.10.06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19150" y="2686050"/>
          <a:ext xmlns:a="http://schemas.openxmlformats.org/drawingml/2006/main" cx="136017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48250"/>
                <a:gridCol w="2762250"/>
                <a:gridCol w="5791200"/>
              </a:tblGrid>
              <a:tr h="7239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비용 합계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조건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7,228엔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63,878원 환산 · 세부 조건 미확인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북스 + tenso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7,472엔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· 19×14×2cm 가정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EMS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7,821엔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69,112원 환산 · 특전 차이 가능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북스 + WorldShopping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8,189엔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가정 · 대행료 포함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E5D09-4FD1-4D98-94BD-37C47606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43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비교 시 비용 합계뿐 아니라 포장·운송·특전 조건도 함께 확인해야 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6551C2-834B-450E-A0F7-14B63D65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533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100엔=883.7원으로 환산. 당시 부분 견적이며 실측·카드 비용·세금 등은 미확정입니다.</a:t>
            </a:r>
          </a:p>
        </p:txBody>
      </p:sp>
    </p:spTree>
    <p:extLst>
      <p:ext uri="{BB962C8B-B14F-4D97-AF65-F5344CB8AC3E}">
        <p14:creationId xmlns:p14="http://schemas.microsoft.com/office/powerpoint/2010/main" val="244669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BEB36-3607-4830-BC0D-D60CA373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만들어본 두 가지 도구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4B23E-89B3-4E32-AFF7-3A40DF4E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실행을 보조하는 도구와, 구매 전 정보를 분석하는 도구를 별도로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C3234-FEEA-4B62-BC2B-4806B026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8A4150-4410-46C6-AF50-D33278B7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01  Codex 플러그인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8ABF6C-F8D4-49F1-BBC8-4867FE78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조사·입력·상태 확인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BF6A5A-8E06-4305-8C77-6F005E7E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조사와 배송대행 비교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 주문 대조와 몰테일 신청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사용자 확인·인증 후 작업 재개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EE9752-48BA-44C5-ACA0-E0564652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02  URL 분석기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56F500-4CC1-4E35-A3B8-8985B97C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상품·배송·관세 정보 추정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E6A603-0094-4FAC-90FC-77DF3B15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판매처별 상품 정보 수집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이미지·검색 기반 포장 사양 추정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세율을 이용한 예상 세금 계산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677C3-8ACC-4C0B-9CFD-313B7B46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58025"/>
            <a:ext cx="1352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현재 두 도구는 독립적으로 동작합니다. 자동 주문까지 연결한 통합 서비스는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4473052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B7ADE5-2F68-446C-A44C-FB286C1C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67E703-0518-41F7-9B3D-2DE9C328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skill이 작업 절차를 안내하고, Python helper가 계산과 상태를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CC2C51-4533-41DB-8491-01C77C88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986AA6-DE62-45F2-B605-33B19AE0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A6161F-ED19-403B-8BCC-A08C7E42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비교</a:t>
            </a:r>
          </a:p>
        </p:txBody>
      </p:sp>
      <p:cxnSp>
        <p:nvCxnSpPr>
          <p:cNvPr id="2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0515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7657D4-C296-4FCA-8E7F-D0F0879A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 구매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1502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B7163-449A-4B38-AA6C-4BD88065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몰테일 신청</a:t>
            </a:r>
          </a:p>
        </p:txBody>
      </p: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2490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E2DC26-B48B-48C8-B65E-3D8651D6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추적</a:t>
            </a:r>
          </a:p>
        </p:txBody>
      </p:sp>
      <p:cxnSp>
        <p:nvCxnSpPr>
          <p:cNvPr id="31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153477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C1E280-A465-4C95-B544-5D99DC96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브라우저와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ACD113-0D74-440E-8C02-AC2BB302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0532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 상품·폼·완료 화면을 확인하고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C9FAD5-6100-4323-9F3A-D567F181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Python +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71787F-A087-4D76-8680-2ABC7239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6735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승인 조건·실행 시도·견적·상태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3C44C8-966D-4D9F-B381-5533AFE4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E24638-2DC0-432E-A421-D0391171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42937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553BEF-B044-4FDF-9A20-CA66C7C6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배송 추적은 절차와 helper를 구현했으며, 실제 발송·수령 검증은 남아 있습니다.</a:t>
            </a:r>
          </a:p>
        </p:txBody>
      </p:sp>
    </p:spTree>
    <p:extLst>
      <p:ext uri="{BB962C8B-B14F-4D97-AF65-F5344CB8AC3E}">
        <p14:creationId xmlns:p14="http://schemas.microsoft.com/office/powerpoint/2010/main" val="418103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8AEA86-6E83-4740-A076-3D13D158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E19672-958C-4DCE-8913-4AB17CEB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2026-10-05 · 별도 세션에서 라쿠텐 북스 구매와 몰테일 신청을 진행했습니다.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FAF9B-A1A2-4722-A3C5-C425BE8F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2FAB5-F3D2-4DDF-90B1-3F1AEE24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690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확인한 결과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AB2AE-9375-49DB-8F28-45750421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700087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Blu-ray 1개 주문 결과 대조</a:t>
            </a:r>
          </a:p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몰테일 접수 화면과 저장 목록 확인</a:t>
            </a:r>
          </a:p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합계 5,616엔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EF8516-6DF2-4294-A7F9-A03D2715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72125"/>
            <a:ext cx="7000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과정에서 확인한 보완점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B6B26-311B-4F16-A9CF-1CE008FF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67450"/>
            <a:ext cx="70008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치수 없는 견적·USD 환산 처리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사용자 직접 주문의 상태 가져오기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27ce241f34017"/>
          <a:stretch xmlns:a="http://schemas.openxmlformats.org/drawingml/2006/main"/>
        </p:blipFill>
        <p:spPr>
          <a:xfrm xmlns:a="http://schemas.openxmlformats.org/drawingml/2006/main">
            <a:off x="8959255" y="2724150"/>
            <a:ext cx="5093891" cy="40481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6ECBD-C90D-4932-A87E-678433F6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72375"/>
            <a:ext cx="1352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최종 구매·인증은 사용자 수행. 1건의 시험이며 국제운임·수령·시간 절감은 미검증입니다.</a:t>
            </a:r>
          </a:p>
        </p:txBody>
      </p:sp>
    </p:spTree>
    <p:extLst>
      <p:ext uri="{BB962C8B-B14F-4D97-AF65-F5344CB8AC3E}">
        <p14:creationId xmlns:p14="http://schemas.microsoft.com/office/powerpoint/2010/main" val="5289476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52D2F-BF23-4250-A620-5A0B70365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분석기의 처리 과정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51BC1-4D92-405F-A6B2-3E09FC5A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라쿠텐 이치바·북스와 메루카리의 상품 URL을 입력으로 사용합니다.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4F315-514E-4022-BC7E-C94D558D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9A70AB-C183-4533-A155-DCF834C4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정보 수집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9F4C6B-6B9E-4A5C-BDB8-8EB46FA6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정보 추정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85A5AA-F8E0-432D-8C05-02C0000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정보 추정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DA8FB-5D52-4CD8-8FFF-61A9DB52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API·HTML·브라우저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상품명·가격·판매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3A3EC-B579-4A66-81F5-7563D803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이미지·제품명·검색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 무게·치수·운임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2B2D3-C86A-4EA0-907C-7EEBB626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HS·HSK 후보와 공개 세율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환율·조건별 예상 세금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F9CCA3-AE7B-4FC3-9CD6-793DD24A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352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실시간 진행 상태와 단계별 결과를 표시하고, 상세에서 출처와 추정 조건을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EA1EBC-191F-4484-97FF-61EE7CB1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9025"/>
            <a:ext cx="1352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수집값·모델 가정·미확인 항목을 구분하며, 입력 부족이나 조회 실패는 부분 결과로 남깁니다.</a:t>
            </a:r>
          </a:p>
        </p:txBody>
      </p:sp>
    </p:spTree>
    <p:extLst>
      <p:ext uri="{BB962C8B-B14F-4D97-AF65-F5344CB8AC3E}">
        <p14:creationId xmlns:p14="http://schemas.microsoft.com/office/powerpoint/2010/main" val="356316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13678-E35A-43CA-BF6E-DBEFF0F1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 결과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F4A1EE-44A6-4931-BCAC-1D6FBDDD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2026-10-05 운영 화면 · 상품·배송·세금 요약과 미확인 조건을 함께 표시합니다.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FA9DC-9A23-48A1-9A88-159CC9CD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구매대행 조사와 도구 구현 · 2026.10.06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a66a243f04bce"/>
          <a:stretch xmlns:a="http://schemas.openxmlformats.org/drawingml/2006/main"/>
        </p:blipFill>
        <p:spPr>
          <a:xfrm xmlns:a="http://schemas.openxmlformats.org/drawingml/2006/main">
            <a:off x="3508787" y="2276475"/>
            <a:ext cx="8222425" cy="5505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62704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3DAA0-4FEA-40BA-8A9F-3885A51B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추론과 계산의 처리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53FC1-6430-4CFE-B4D5-32CC0CB9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판매처 정보만으로 부족한 항목을 보완하되, 확인값과 추정값을 구분합니다.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69A14C-A34B-410E-9E7B-92759AEB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구매대행 조사와 도구 구현 · 2026.10.06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19150" y="2752725"/>
          <a:ext xmlns:a="http://schemas.openxmlformats.org/drawingml/2006/main" cx="136017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5715000"/>
                <a:gridCol w="4838700"/>
              </a:tblGrid>
              <a:tr h="77628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처리 방식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결과에 남기는 정보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7628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무게·치수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이미지·검색·LLM으로 범위 추정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출처·모델 가정·확인 필요 항목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628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분류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규칙·LLM으로 HS → HSK 후보 선택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후보 코드·선택 근거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7628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세금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기본세율 조회 후 규칙으로 계산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세율 출처·기간·미적용 조건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5B538D-819F-4DFF-BADB-2E043F1F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1352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카드 시험: HSK 9504400000 · 기본관세 8% + 일반 부가세 10% 가정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예상 세금 115,776~117,335원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7A1E31-37A2-46A5-A4A0-979A20EA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62850"/>
            <a:ext cx="1352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FTA·WTO 조건을 임의 적용하지 않습니다. 포장 실측·실제 납부세액과의 대조는 남아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2338695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0F36E-965C-4500-9CBC-A3AABE08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구현 확인과 추가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4FD4A2-E63E-489F-945D-605DE6AB8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2026-10-05 공개본에서 실행한 테스트와 실제 시험의 범위를 구분했습니다.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1FEBE-7F09-46A1-98B4-4E4ECB30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구매대행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24150"/>
          <a:ext xmlns:a="http://schemas.openxmlformats.org/drawingml/2006/main" cx="136017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5715000"/>
                <a:gridCol w="4743450"/>
              </a:tblGrid>
              <a:tr h="821531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대상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범위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남은 검증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Codex 플러그인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helper 25개 테스트 · 신청 접수 1건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외부 주문 가져오기·배송 추적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URL 분석기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회귀 298개 · DB 통합 17개 테스트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프로세스 중단·장기 운영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배송·관세 추정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URL과 공개 세율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실측·청구액·실제 세액 오차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C7E2E3-05FC-4718-B2D2-0DB03FEA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72250"/>
            <a:ext cx="135255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분석기에는 동시 요청 공유·TTL 캐시·작업 임대·실행시간 기록을 구현했습니다.</a:t>
            </a:r>
          </a:p>
          <a:p xmlns:a="http://schemas.openxmlformats.org/drawingml/2006/main">
            <a:pPr>
              <a:def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테스트 통과 수는 예측 정확도나 사용자 작업시간 개선을 의미하지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020489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730E7-6883-4D67-959E-DDC6083A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현재까지 확인한 내용과 다음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094A62-A940-4D2F-A9B1-1CDD3E22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업무 보조와 비용 정보 추정의 실행 가능성을 각각 확인했습니다.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C9C89-7868-480E-B27C-85C9858D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A07413-DFCD-47CC-A69D-310BCC36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6334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확인한 내용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DAA014-E9FE-4F26-A3EB-5254BA41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633412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사용자 인증·최종 구매를 포함해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대조와 배송신청을 진행했습니다.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URL의 상품 정보에 추정을 더해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배송·세금 시나리오를 반환했습니다.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AFA22-5A79-4777-89D1-97EF7BE2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90800"/>
            <a:ext cx="6334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다음에 확인할 내용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7AAE10-A088-45FB-A1D7-80262C35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429000"/>
            <a:ext cx="633412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반복 구매에서 개입·재입력·확인 부담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실측 포장·실제 청구값과의 차이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 결과를 바탕으로 도구의 유용성과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구매대행에 남는 역할을 검토합니다.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8ACFC-EDCB-4B46-BA23-8A9AF8E7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62725"/>
            <a:ext cx="13477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코드  github.com/y00nZZang/crossborder-purchase-agent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B9F3B-24B2-46D8-9435-A63D378F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96125"/>
            <a:ext cx="13525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코드  github.com/y00nZZang/product-catalog     데모  catalog.janghan.dev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BE9226-3697-4CB5-B939-A0C1BC1C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48575"/>
            <a:ext cx="1352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기획·조사·구현·검증 정리: 윤장한  /  구현 보조: Codex</a:t>
            </a:r>
          </a:p>
        </p:txBody>
      </p:sp>
    </p:spTree>
    <p:extLst>
      <p:ext uri="{BB962C8B-B14F-4D97-AF65-F5344CB8AC3E}">
        <p14:creationId xmlns:p14="http://schemas.microsoft.com/office/powerpoint/2010/main" val="8541597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2026-10-06T05:17:40.9280000Z</dcterms:created>
  <dcterms:modified xsi:type="dcterms:W3CDTF">2026-10-06T05:17:40.9280000Z</dcterms:modified>
</coreProperties>
</file>